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90" r:id="rId3"/>
    <p:sldId id="267" r:id="rId4"/>
    <p:sldId id="268" r:id="rId5"/>
    <p:sldId id="286" r:id="rId6"/>
    <p:sldId id="298" r:id="rId7"/>
    <p:sldId id="299" r:id="rId8"/>
    <p:sldId id="300" r:id="rId9"/>
    <p:sldId id="301" r:id="rId10"/>
    <p:sldId id="304" r:id="rId11"/>
    <p:sldId id="302" r:id="rId12"/>
    <p:sldId id="305" r:id="rId13"/>
    <p:sldId id="306" r:id="rId14"/>
    <p:sldId id="284" r:id="rId15"/>
    <p:sldId id="291" r:id="rId16"/>
    <p:sldId id="292" r:id="rId17"/>
    <p:sldId id="293" r:id="rId18"/>
    <p:sldId id="294" r:id="rId19"/>
    <p:sldId id="295" r:id="rId20"/>
    <p:sldId id="296" r:id="rId21"/>
    <p:sldId id="297" r:id="rId22"/>
    <p:sldId id="28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D5E9A82E-B2F3-4899-B280-99EFE396C521}">
          <p14:sldIdLst>
            <p14:sldId id="256"/>
            <p14:sldId id="290"/>
            <p14:sldId id="267"/>
          </p14:sldIdLst>
        </p14:section>
        <p14:section name="Services" id="{164EF7DC-1C32-422F-8698-8925C8E3BBF1}">
          <p14:sldIdLst>
            <p14:sldId id="268"/>
            <p14:sldId id="286"/>
            <p14:sldId id="298"/>
            <p14:sldId id="299"/>
            <p14:sldId id="300"/>
            <p14:sldId id="301"/>
            <p14:sldId id="304"/>
            <p14:sldId id="302"/>
            <p14:sldId id="305"/>
            <p14:sldId id="306"/>
            <p14:sldId id="284"/>
            <p14:sldId id="291"/>
            <p14:sldId id="292"/>
            <p14:sldId id="293"/>
            <p14:sldId id="294"/>
            <p14:sldId id="295"/>
            <p14:sldId id="296"/>
            <p14:sldId id="297"/>
          </p14:sldIdLst>
        </p14:section>
        <p14:section name="End" id="{2C30BF2C-4D9D-4DFD-AE30-0CC7C1E96667}">
          <p14:sldIdLst>
            <p14:sldId id="28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60"/>
  </p:normalViewPr>
  <p:slideViewPr>
    <p:cSldViewPr snapToGrid="0" showGuides="1">
      <p:cViewPr varScale="1">
        <p:scale>
          <a:sx n="89" d="100"/>
          <a:sy n="89" d="100"/>
        </p:scale>
        <p:origin x="619"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82CD8E-6474-4FE0-889A-943B0A9C166B}" type="datetimeFigureOut">
              <a:rPr lang="en-US" smtClean="0"/>
              <a:t>9/4/2026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A8439A-490F-4E51-B90C-B4592E4127D3}" type="slidenum">
              <a:rPr lang="en-US" smtClean="0"/>
              <a:t>‹#›</a:t>
            </a:fld>
            <a:endParaRPr lang="en-US"/>
          </a:p>
        </p:txBody>
      </p:sp>
    </p:spTree>
    <p:extLst>
      <p:ext uri="{BB962C8B-B14F-4D97-AF65-F5344CB8AC3E}">
        <p14:creationId xmlns:p14="http://schemas.microsoft.com/office/powerpoint/2010/main" val="1447757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256C3-94B3-334C-EDC1-5BA30C6E69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0EF62F-2883-C701-02F0-5383253EB0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04CBCE-F6FC-C0EF-606A-C3B6D553F3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16034E-4097-CE10-ABBD-5B5FEAEE66E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844327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F2670-A201-90E3-181E-2669D446E0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2CB990-8059-F18A-E742-7817C40FA1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EE14F8-781E-9904-2E0C-3132B05BC4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5EF7E2-1144-6813-9CF0-67E605905F1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59930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A64D1-DD0D-D6D4-4AC2-7629B0AD5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962B3-5E90-42CB-CA98-C32E510D08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575BE9-E78D-28C4-4580-8FA2001A24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461355-1C0D-0E55-AD81-D7A623B40AA8}"/>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458803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1578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7" name="Picture Placeholder 16"/>
          <p:cNvSpPr>
            <a:spLocks noGrp="1"/>
          </p:cNvSpPr>
          <p:nvPr>
            <p:ph type="pic" sz="quarter" idx="12"/>
          </p:nvPr>
        </p:nvSpPr>
        <p:spPr>
          <a:xfrm>
            <a:off x="1561798" y="1331686"/>
            <a:ext cx="4635802" cy="4194629"/>
          </a:xfrm>
          <a:custGeom>
            <a:avLst/>
            <a:gdLst>
              <a:gd name="connsiteX0" fmla="*/ 0 w 4635802"/>
              <a:gd name="connsiteY0" fmla="*/ 0 h 4194629"/>
              <a:gd name="connsiteX1" fmla="*/ 4635802 w 4635802"/>
              <a:gd name="connsiteY1" fmla="*/ 0 h 4194629"/>
              <a:gd name="connsiteX2" fmla="*/ 4635802 w 4635802"/>
              <a:gd name="connsiteY2" fmla="*/ 4194629 h 4194629"/>
              <a:gd name="connsiteX3" fmla="*/ 0 w 4635802"/>
              <a:gd name="connsiteY3" fmla="*/ 4194629 h 4194629"/>
            </a:gdLst>
            <a:ahLst/>
            <a:cxnLst>
              <a:cxn ang="0">
                <a:pos x="connsiteX0" y="connsiteY0"/>
              </a:cxn>
              <a:cxn ang="0">
                <a:pos x="connsiteX1" y="connsiteY1"/>
              </a:cxn>
              <a:cxn ang="0">
                <a:pos x="connsiteX2" y="connsiteY2"/>
              </a:cxn>
              <a:cxn ang="0">
                <a:pos x="connsiteX3" y="connsiteY3"/>
              </a:cxn>
            </a:cxnLst>
            <a:rect l="l" t="t" r="r" b="b"/>
            <a:pathLst>
              <a:path w="4635802" h="4194629">
                <a:moveTo>
                  <a:pt x="0" y="0"/>
                </a:moveTo>
                <a:lnTo>
                  <a:pt x="4635802" y="0"/>
                </a:lnTo>
                <a:lnTo>
                  <a:pt x="4635802" y="4194629"/>
                </a:lnTo>
                <a:lnTo>
                  <a:pt x="0" y="4194629"/>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3845719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7" name="Picture Placeholder 16"/>
          <p:cNvSpPr>
            <a:spLocks noGrp="1"/>
          </p:cNvSpPr>
          <p:nvPr>
            <p:ph type="pic" sz="quarter" idx="12"/>
          </p:nvPr>
        </p:nvSpPr>
        <p:spPr>
          <a:xfrm>
            <a:off x="6096000" y="1095375"/>
            <a:ext cx="4057650" cy="4667250"/>
          </a:xfrm>
          <a:custGeom>
            <a:avLst/>
            <a:gdLst>
              <a:gd name="connsiteX0" fmla="*/ 0 w 4057650"/>
              <a:gd name="connsiteY0" fmla="*/ 0 h 4667250"/>
              <a:gd name="connsiteX1" fmla="*/ 4057650 w 4057650"/>
              <a:gd name="connsiteY1" fmla="*/ 0 h 4667250"/>
              <a:gd name="connsiteX2" fmla="*/ 4057650 w 4057650"/>
              <a:gd name="connsiteY2" fmla="*/ 4667250 h 4667250"/>
              <a:gd name="connsiteX3" fmla="*/ 0 w 4057650"/>
              <a:gd name="connsiteY3" fmla="*/ 4667250 h 4667250"/>
            </a:gdLst>
            <a:ahLst/>
            <a:cxnLst>
              <a:cxn ang="0">
                <a:pos x="connsiteX0" y="connsiteY0"/>
              </a:cxn>
              <a:cxn ang="0">
                <a:pos x="connsiteX1" y="connsiteY1"/>
              </a:cxn>
              <a:cxn ang="0">
                <a:pos x="connsiteX2" y="connsiteY2"/>
              </a:cxn>
              <a:cxn ang="0">
                <a:pos x="connsiteX3" y="connsiteY3"/>
              </a:cxn>
            </a:cxnLst>
            <a:rect l="l" t="t" r="r" b="b"/>
            <a:pathLst>
              <a:path w="4057650" h="4667250">
                <a:moveTo>
                  <a:pt x="0" y="0"/>
                </a:moveTo>
                <a:lnTo>
                  <a:pt x="4057650" y="0"/>
                </a:lnTo>
                <a:lnTo>
                  <a:pt x="4057650" y="4667250"/>
                </a:lnTo>
                <a:lnTo>
                  <a:pt x="0" y="466725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1201528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9" name="Picture Placeholder 18"/>
          <p:cNvSpPr>
            <a:spLocks noGrp="1"/>
          </p:cNvSpPr>
          <p:nvPr>
            <p:ph type="pic" sz="quarter" idx="12"/>
          </p:nvPr>
        </p:nvSpPr>
        <p:spPr>
          <a:xfrm>
            <a:off x="1161143" y="1233713"/>
            <a:ext cx="6734628" cy="2195287"/>
          </a:xfrm>
          <a:custGeom>
            <a:avLst/>
            <a:gdLst>
              <a:gd name="connsiteX0" fmla="*/ 0 w 6734628"/>
              <a:gd name="connsiteY0" fmla="*/ 0 h 2195287"/>
              <a:gd name="connsiteX1" fmla="*/ 6734628 w 6734628"/>
              <a:gd name="connsiteY1" fmla="*/ 0 h 2195287"/>
              <a:gd name="connsiteX2" fmla="*/ 6734628 w 6734628"/>
              <a:gd name="connsiteY2" fmla="*/ 2195287 h 2195287"/>
              <a:gd name="connsiteX3" fmla="*/ 0 w 6734628"/>
              <a:gd name="connsiteY3" fmla="*/ 2195287 h 2195287"/>
            </a:gdLst>
            <a:ahLst/>
            <a:cxnLst>
              <a:cxn ang="0">
                <a:pos x="connsiteX0" y="connsiteY0"/>
              </a:cxn>
              <a:cxn ang="0">
                <a:pos x="connsiteX1" y="connsiteY1"/>
              </a:cxn>
              <a:cxn ang="0">
                <a:pos x="connsiteX2" y="connsiteY2"/>
              </a:cxn>
              <a:cxn ang="0">
                <a:pos x="connsiteX3" y="connsiteY3"/>
              </a:cxn>
            </a:cxnLst>
            <a:rect l="l" t="t" r="r" b="b"/>
            <a:pathLst>
              <a:path w="6734628" h="2195287">
                <a:moveTo>
                  <a:pt x="0" y="0"/>
                </a:moveTo>
                <a:lnTo>
                  <a:pt x="6734628" y="0"/>
                </a:lnTo>
                <a:lnTo>
                  <a:pt x="6734628" y="2195287"/>
                </a:lnTo>
                <a:lnTo>
                  <a:pt x="0" y="2195287"/>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0" name="Picture Placeholder 19"/>
          <p:cNvSpPr>
            <a:spLocks noGrp="1"/>
          </p:cNvSpPr>
          <p:nvPr>
            <p:ph type="pic" sz="quarter" idx="13"/>
          </p:nvPr>
        </p:nvSpPr>
        <p:spPr>
          <a:xfrm>
            <a:off x="8795657" y="1233713"/>
            <a:ext cx="2525486" cy="4804230"/>
          </a:xfrm>
          <a:custGeom>
            <a:avLst/>
            <a:gdLst>
              <a:gd name="connsiteX0" fmla="*/ 0 w 2525486"/>
              <a:gd name="connsiteY0" fmla="*/ 0 h 4804230"/>
              <a:gd name="connsiteX1" fmla="*/ 2525486 w 2525486"/>
              <a:gd name="connsiteY1" fmla="*/ 0 h 4804230"/>
              <a:gd name="connsiteX2" fmla="*/ 2525486 w 2525486"/>
              <a:gd name="connsiteY2" fmla="*/ 4804230 h 4804230"/>
              <a:gd name="connsiteX3" fmla="*/ 0 w 2525486"/>
              <a:gd name="connsiteY3" fmla="*/ 4804230 h 4804230"/>
            </a:gdLst>
            <a:ahLst/>
            <a:cxnLst>
              <a:cxn ang="0">
                <a:pos x="connsiteX0" y="connsiteY0"/>
              </a:cxn>
              <a:cxn ang="0">
                <a:pos x="connsiteX1" y="connsiteY1"/>
              </a:cxn>
              <a:cxn ang="0">
                <a:pos x="connsiteX2" y="connsiteY2"/>
              </a:cxn>
              <a:cxn ang="0">
                <a:pos x="connsiteX3" y="connsiteY3"/>
              </a:cxn>
            </a:cxnLst>
            <a:rect l="l" t="t" r="r" b="b"/>
            <a:pathLst>
              <a:path w="2525486" h="4804230">
                <a:moveTo>
                  <a:pt x="0" y="0"/>
                </a:moveTo>
                <a:lnTo>
                  <a:pt x="2525486" y="0"/>
                </a:lnTo>
                <a:lnTo>
                  <a:pt x="2525486" y="4804230"/>
                </a:lnTo>
                <a:lnTo>
                  <a:pt x="0" y="480423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1789613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19" name="Picture Placeholder 18"/>
          <p:cNvSpPr>
            <a:spLocks noGrp="1"/>
          </p:cNvSpPr>
          <p:nvPr>
            <p:ph type="pic" sz="quarter" idx="12"/>
          </p:nvPr>
        </p:nvSpPr>
        <p:spPr>
          <a:xfrm>
            <a:off x="1574534" y="1028700"/>
            <a:ext cx="5874016" cy="2209800"/>
          </a:xfrm>
          <a:custGeom>
            <a:avLst/>
            <a:gdLst>
              <a:gd name="connsiteX0" fmla="*/ 0 w 5874016"/>
              <a:gd name="connsiteY0" fmla="*/ 0 h 2209800"/>
              <a:gd name="connsiteX1" fmla="*/ 5874016 w 5874016"/>
              <a:gd name="connsiteY1" fmla="*/ 0 h 2209800"/>
              <a:gd name="connsiteX2" fmla="*/ 5874016 w 5874016"/>
              <a:gd name="connsiteY2" fmla="*/ 2209800 h 2209800"/>
              <a:gd name="connsiteX3" fmla="*/ 0 w 5874016"/>
              <a:gd name="connsiteY3" fmla="*/ 2209800 h 2209800"/>
            </a:gdLst>
            <a:ahLst/>
            <a:cxnLst>
              <a:cxn ang="0">
                <a:pos x="connsiteX0" y="connsiteY0"/>
              </a:cxn>
              <a:cxn ang="0">
                <a:pos x="connsiteX1" y="connsiteY1"/>
              </a:cxn>
              <a:cxn ang="0">
                <a:pos x="connsiteX2" y="connsiteY2"/>
              </a:cxn>
              <a:cxn ang="0">
                <a:pos x="connsiteX3" y="connsiteY3"/>
              </a:cxn>
            </a:cxnLst>
            <a:rect l="l" t="t" r="r" b="b"/>
            <a:pathLst>
              <a:path w="5874016" h="2209800">
                <a:moveTo>
                  <a:pt x="0" y="0"/>
                </a:moveTo>
                <a:lnTo>
                  <a:pt x="5874016" y="0"/>
                </a:lnTo>
                <a:lnTo>
                  <a:pt x="5874016" y="2209800"/>
                </a:lnTo>
                <a:lnTo>
                  <a:pt x="0" y="22098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0" name="Picture Placeholder 19"/>
          <p:cNvSpPr>
            <a:spLocks noGrp="1"/>
          </p:cNvSpPr>
          <p:nvPr>
            <p:ph type="pic" sz="quarter" idx="13"/>
          </p:nvPr>
        </p:nvSpPr>
        <p:spPr>
          <a:xfrm>
            <a:off x="7886700" y="1028700"/>
            <a:ext cx="3200400" cy="2209800"/>
          </a:xfrm>
          <a:custGeom>
            <a:avLst/>
            <a:gdLst>
              <a:gd name="connsiteX0" fmla="*/ 0 w 3200400"/>
              <a:gd name="connsiteY0" fmla="*/ 0 h 2209800"/>
              <a:gd name="connsiteX1" fmla="*/ 3200400 w 3200400"/>
              <a:gd name="connsiteY1" fmla="*/ 0 h 2209800"/>
              <a:gd name="connsiteX2" fmla="*/ 3200400 w 3200400"/>
              <a:gd name="connsiteY2" fmla="*/ 2209800 h 2209800"/>
              <a:gd name="connsiteX3" fmla="*/ 0 w 3200400"/>
              <a:gd name="connsiteY3" fmla="*/ 2209800 h 2209800"/>
            </a:gdLst>
            <a:ahLst/>
            <a:cxnLst>
              <a:cxn ang="0">
                <a:pos x="connsiteX0" y="connsiteY0"/>
              </a:cxn>
              <a:cxn ang="0">
                <a:pos x="connsiteX1" y="connsiteY1"/>
              </a:cxn>
              <a:cxn ang="0">
                <a:pos x="connsiteX2" y="connsiteY2"/>
              </a:cxn>
              <a:cxn ang="0">
                <a:pos x="connsiteX3" y="connsiteY3"/>
              </a:cxn>
            </a:cxnLst>
            <a:rect l="l" t="t" r="r" b="b"/>
            <a:pathLst>
              <a:path w="3200400" h="2209800">
                <a:moveTo>
                  <a:pt x="0" y="0"/>
                </a:moveTo>
                <a:lnTo>
                  <a:pt x="3200400" y="0"/>
                </a:lnTo>
                <a:lnTo>
                  <a:pt x="3200400" y="2209800"/>
                </a:lnTo>
                <a:lnTo>
                  <a:pt x="0" y="22098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2141585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17" name="Picture Placeholder 16"/>
          <p:cNvSpPr>
            <a:spLocks noGrp="1"/>
          </p:cNvSpPr>
          <p:nvPr>
            <p:ph type="pic" sz="quarter" idx="12"/>
          </p:nvPr>
        </p:nvSpPr>
        <p:spPr>
          <a:xfrm>
            <a:off x="1509486" y="1251857"/>
            <a:ext cx="4586514" cy="4354286"/>
          </a:xfrm>
          <a:custGeom>
            <a:avLst/>
            <a:gdLst>
              <a:gd name="connsiteX0" fmla="*/ 0 w 4586514"/>
              <a:gd name="connsiteY0" fmla="*/ 0 h 4354286"/>
              <a:gd name="connsiteX1" fmla="*/ 4586514 w 4586514"/>
              <a:gd name="connsiteY1" fmla="*/ 0 h 4354286"/>
              <a:gd name="connsiteX2" fmla="*/ 4586514 w 4586514"/>
              <a:gd name="connsiteY2" fmla="*/ 4354286 h 4354286"/>
              <a:gd name="connsiteX3" fmla="*/ 0 w 4586514"/>
              <a:gd name="connsiteY3" fmla="*/ 4354286 h 4354286"/>
            </a:gdLst>
            <a:ahLst/>
            <a:cxnLst>
              <a:cxn ang="0">
                <a:pos x="connsiteX0" y="connsiteY0"/>
              </a:cxn>
              <a:cxn ang="0">
                <a:pos x="connsiteX1" y="connsiteY1"/>
              </a:cxn>
              <a:cxn ang="0">
                <a:pos x="connsiteX2" y="connsiteY2"/>
              </a:cxn>
              <a:cxn ang="0">
                <a:pos x="connsiteX3" y="connsiteY3"/>
              </a:cxn>
            </a:cxnLst>
            <a:rect l="l" t="t" r="r" b="b"/>
            <a:pathLst>
              <a:path w="4586514" h="4354286">
                <a:moveTo>
                  <a:pt x="0" y="0"/>
                </a:moveTo>
                <a:lnTo>
                  <a:pt x="4586514" y="0"/>
                </a:lnTo>
                <a:lnTo>
                  <a:pt x="4586514" y="4354286"/>
                </a:lnTo>
                <a:lnTo>
                  <a:pt x="0" y="4354286"/>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4198685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17" name="Picture Placeholder 16"/>
          <p:cNvSpPr>
            <a:spLocks noGrp="1"/>
          </p:cNvSpPr>
          <p:nvPr>
            <p:ph type="pic" sz="quarter" idx="12"/>
          </p:nvPr>
        </p:nvSpPr>
        <p:spPr>
          <a:xfrm>
            <a:off x="6915150" y="1447800"/>
            <a:ext cx="3962400" cy="3962400"/>
          </a:xfrm>
          <a:prstGeom prst="ellipse">
            <a:avLst/>
          </a:pr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5413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Picture Placeholder 11"/>
          <p:cNvSpPr>
            <a:spLocks noGrp="1"/>
          </p:cNvSpPr>
          <p:nvPr>
            <p:ph type="pic" sz="quarter" idx="12"/>
          </p:nvPr>
        </p:nvSpPr>
        <p:spPr>
          <a:xfrm>
            <a:off x="2056551" y="2638438"/>
            <a:ext cx="1355352" cy="1355352"/>
          </a:xfrm>
          <a:prstGeom prst="ellipse">
            <a:avLst/>
          </a:pr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7" name="Picture Placeholder 12"/>
          <p:cNvSpPr>
            <a:spLocks noGrp="1"/>
          </p:cNvSpPr>
          <p:nvPr>
            <p:ph type="pic" sz="quarter" idx="13"/>
          </p:nvPr>
        </p:nvSpPr>
        <p:spPr>
          <a:xfrm>
            <a:off x="5418323" y="2638438"/>
            <a:ext cx="1355352" cy="1355352"/>
          </a:xfrm>
          <a:prstGeom prst="ellipse">
            <a:avLst/>
          </a:pr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8" name="Picture Placeholder 13"/>
          <p:cNvSpPr>
            <a:spLocks noGrp="1"/>
          </p:cNvSpPr>
          <p:nvPr>
            <p:ph type="pic" sz="quarter" idx="14"/>
          </p:nvPr>
        </p:nvSpPr>
        <p:spPr>
          <a:xfrm>
            <a:off x="8780095" y="2638438"/>
            <a:ext cx="1355352" cy="1355352"/>
          </a:xfrm>
          <a:prstGeom prst="ellipse">
            <a:avLst/>
          </a:pr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2842049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1" name="Picture Placeholder 20"/>
          <p:cNvSpPr>
            <a:spLocks noGrp="1"/>
          </p:cNvSpPr>
          <p:nvPr>
            <p:ph type="pic" sz="quarter" idx="13"/>
          </p:nvPr>
        </p:nvSpPr>
        <p:spPr>
          <a:xfrm>
            <a:off x="1611086" y="1196789"/>
            <a:ext cx="2307771" cy="3462298"/>
          </a:xfrm>
          <a:custGeom>
            <a:avLst/>
            <a:gdLst>
              <a:gd name="connsiteX0" fmla="*/ 0 w 2307771"/>
              <a:gd name="connsiteY0" fmla="*/ 0 h 3462298"/>
              <a:gd name="connsiteX1" fmla="*/ 2307771 w 2307771"/>
              <a:gd name="connsiteY1" fmla="*/ 0 h 3462298"/>
              <a:gd name="connsiteX2" fmla="*/ 2307771 w 2307771"/>
              <a:gd name="connsiteY2" fmla="*/ 3462298 h 3462298"/>
              <a:gd name="connsiteX3" fmla="*/ 0 w 2307771"/>
              <a:gd name="connsiteY3" fmla="*/ 3462298 h 3462298"/>
            </a:gdLst>
            <a:ahLst/>
            <a:cxnLst>
              <a:cxn ang="0">
                <a:pos x="connsiteX0" y="connsiteY0"/>
              </a:cxn>
              <a:cxn ang="0">
                <a:pos x="connsiteX1" y="connsiteY1"/>
              </a:cxn>
              <a:cxn ang="0">
                <a:pos x="connsiteX2" y="connsiteY2"/>
              </a:cxn>
              <a:cxn ang="0">
                <a:pos x="connsiteX3" y="connsiteY3"/>
              </a:cxn>
            </a:cxnLst>
            <a:rect l="l" t="t" r="r" b="b"/>
            <a:pathLst>
              <a:path w="2307771" h="3462298">
                <a:moveTo>
                  <a:pt x="0" y="0"/>
                </a:moveTo>
                <a:lnTo>
                  <a:pt x="2307771" y="0"/>
                </a:lnTo>
                <a:lnTo>
                  <a:pt x="2307771" y="3462298"/>
                </a:lnTo>
                <a:lnTo>
                  <a:pt x="0" y="3462298"/>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2" name="Picture Placeholder 21"/>
          <p:cNvSpPr>
            <a:spLocks noGrp="1"/>
          </p:cNvSpPr>
          <p:nvPr>
            <p:ph type="pic" sz="quarter" idx="14"/>
          </p:nvPr>
        </p:nvSpPr>
        <p:spPr>
          <a:xfrm>
            <a:off x="4942115" y="1196789"/>
            <a:ext cx="2307771" cy="3462298"/>
          </a:xfrm>
          <a:custGeom>
            <a:avLst/>
            <a:gdLst>
              <a:gd name="connsiteX0" fmla="*/ 0 w 2307771"/>
              <a:gd name="connsiteY0" fmla="*/ 0 h 3462298"/>
              <a:gd name="connsiteX1" fmla="*/ 2307771 w 2307771"/>
              <a:gd name="connsiteY1" fmla="*/ 0 h 3462298"/>
              <a:gd name="connsiteX2" fmla="*/ 2307771 w 2307771"/>
              <a:gd name="connsiteY2" fmla="*/ 3462298 h 3462298"/>
              <a:gd name="connsiteX3" fmla="*/ 0 w 2307771"/>
              <a:gd name="connsiteY3" fmla="*/ 3462298 h 3462298"/>
            </a:gdLst>
            <a:ahLst/>
            <a:cxnLst>
              <a:cxn ang="0">
                <a:pos x="connsiteX0" y="connsiteY0"/>
              </a:cxn>
              <a:cxn ang="0">
                <a:pos x="connsiteX1" y="connsiteY1"/>
              </a:cxn>
              <a:cxn ang="0">
                <a:pos x="connsiteX2" y="connsiteY2"/>
              </a:cxn>
              <a:cxn ang="0">
                <a:pos x="connsiteX3" y="connsiteY3"/>
              </a:cxn>
            </a:cxnLst>
            <a:rect l="l" t="t" r="r" b="b"/>
            <a:pathLst>
              <a:path w="2307771" h="3462298">
                <a:moveTo>
                  <a:pt x="0" y="0"/>
                </a:moveTo>
                <a:lnTo>
                  <a:pt x="2307771" y="0"/>
                </a:lnTo>
                <a:lnTo>
                  <a:pt x="2307771" y="3462298"/>
                </a:lnTo>
                <a:lnTo>
                  <a:pt x="0" y="3462298"/>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3" name="Picture Placeholder 22"/>
          <p:cNvSpPr>
            <a:spLocks noGrp="1"/>
          </p:cNvSpPr>
          <p:nvPr>
            <p:ph type="pic" sz="quarter" idx="15"/>
          </p:nvPr>
        </p:nvSpPr>
        <p:spPr>
          <a:xfrm>
            <a:off x="8273144" y="1196789"/>
            <a:ext cx="2307771" cy="3462298"/>
          </a:xfrm>
          <a:custGeom>
            <a:avLst/>
            <a:gdLst>
              <a:gd name="connsiteX0" fmla="*/ 0 w 2307771"/>
              <a:gd name="connsiteY0" fmla="*/ 0 h 3462298"/>
              <a:gd name="connsiteX1" fmla="*/ 2307771 w 2307771"/>
              <a:gd name="connsiteY1" fmla="*/ 0 h 3462298"/>
              <a:gd name="connsiteX2" fmla="*/ 2307771 w 2307771"/>
              <a:gd name="connsiteY2" fmla="*/ 3462298 h 3462298"/>
              <a:gd name="connsiteX3" fmla="*/ 0 w 2307771"/>
              <a:gd name="connsiteY3" fmla="*/ 3462298 h 3462298"/>
            </a:gdLst>
            <a:ahLst/>
            <a:cxnLst>
              <a:cxn ang="0">
                <a:pos x="connsiteX0" y="connsiteY0"/>
              </a:cxn>
              <a:cxn ang="0">
                <a:pos x="connsiteX1" y="connsiteY1"/>
              </a:cxn>
              <a:cxn ang="0">
                <a:pos x="connsiteX2" y="connsiteY2"/>
              </a:cxn>
              <a:cxn ang="0">
                <a:pos x="connsiteX3" y="connsiteY3"/>
              </a:cxn>
            </a:cxnLst>
            <a:rect l="l" t="t" r="r" b="b"/>
            <a:pathLst>
              <a:path w="2307771" h="3462298">
                <a:moveTo>
                  <a:pt x="0" y="0"/>
                </a:moveTo>
                <a:lnTo>
                  <a:pt x="2307771" y="0"/>
                </a:lnTo>
                <a:lnTo>
                  <a:pt x="2307771" y="3462298"/>
                </a:lnTo>
                <a:lnTo>
                  <a:pt x="0" y="3462298"/>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4275369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1" name="Picture Placeholder 20"/>
          <p:cNvSpPr>
            <a:spLocks noGrp="1"/>
          </p:cNvSpPr>
          <p:nvPr>
            <p:ph type="pic" sz="quarter" idx="13"/>
          </p:nvPr>
        </p:nvSpPr>
        <p:spPr>
          <a:xfrm>
            <a:off x="4804229" y="1440542"/>
            <a:ext cx="2356672" cy="3976915"/>
          </a:xfrm>
          <a:custGeom>
            <a:avLst/>
            <a:gdLst>
              <a:gd name="connsiteX0" fmla="*/ 0 w 2356672"/>
              <a:gd name="connsiteY0" fmla="*/ 0 h 3976915"/>
              <a:gd name="connsiteX1" fmla="*/ 2356672 w 2356672"/>
              <a:gd name="connsiteY1" fmla="*/ 0 h 3976915"/>
              <a:gd name="connsiteX2" fmla="*/ 2356672 w 2356672"/>
              <a:gd name="connsiteY2" fmla="*/ 3976915 h 3976915"/>
              <a:gd name="connsiteX3" fmla="*/ 0 w 2356672"/>
              <a:gd name="connsiteY3" fmla="*/ 3976915 h 3976915"/>
            </a:gdLst>
            <a:ahLst/>
            <a:cxnLst>
              <a:cxn ang="0">
                <a:pos x="connsiteX0" y="connsiteY0"/>
              </a:cxn>
              <a:cxn ang="0">
                <a:pos x="connsiteX1" y="connsiteY1"/>
              </a:cxn>
              <a:cxn ang="0">
                <a:pos x="connsiteX2" y="connsiteY2"/>
              </a:cxn>
              <a:cxn ang="0">
                <a:pos x="connsiteX3" y="connsiteY3"/>
              </a:cxn>
            </a:cxnLst>
            <a:rect l="l" t="t" r="r" b="b"/>
            <a:pathLst>
              <a:path w="2356672" h="3976915">
                <a:moveTo>
                  <a:pt x="0" y="0"/>
                </a:moveTo>
                <a:lnTo>
                  <a:pt x="2356672" y="0"/>
                </a:lnTo>
                <a:lnTo>
                  <a:pt x="2356672" y="3976915"/>
                </a:lnTo>
                <a:lnTo>
                  <a:pt x="0" y="3976915"/>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2" name="Picture Placeholder 21"/>
          <p:cNvSpPr>
            <a:spLocks noGrp="1"/>
          </p:cNvSpPr>
          <p:nvPr>
            <p:ph type="pic" sz="quarter" idx="14"/>
          </p:nvPr>
        </p:nvSpPr>
        <p:spPr>
          <a:xfrm>
            <a:off x="7319779" y="1440542"/>
            <a:ext cx="2356672" cy="3976915"/>
          </a:xfrm>
          <a:custGeom>
            <a:avLst/>
            <a:gdLst>
              <a:gd name="connsiteX0" fmla="*/ 0 w 2356672"/>
              <a:gd name="connsiteY0" fmla="*/ 0 h 3976915"/>
              <a:gd name="connsiteX1" fmla="*/ 2356672 w 2356672"/>
              <a:gd name="connsiteY1" fmla="*/ 0 h 3976915"/>
              <a:gd name="connsiteX2" fmla="*/ 2356672 w 2356672"/>
              <a:gd name="connsiteY2" fmla="*/ 3976915 h 3976915"/>
              <a:gd name="connsiteX3" fmla="*/ 0 w 2356672"/>
              <a:gd name="connsiteY3" fmla="*/ 3976915 h 3976915"/>
            </a:gdLst>
            <a:ahLst/>
            <a:cxnLst>
              <a:cxn ang="0">
                <a:pos x="connsiteX0" y="connsiteY0"/>
              </a:cxn>
              <a:cxn ang="0">
                <a:pos x="connsiteX1" y="connsiteY1"/>
              </a:cxn>
              <a:cxn ang="0">
                <a:pos x="connsiteX2" y="connsiteY2"/>
              </a:cxn>
              <a:cxn ang="0">
                <a:pos x="connsiteX3" y="connsiteY3"/>
              </a:cxn>
            </a:cxnLst>
            <a:rect l="l" t="t" r="r" b="b"/>
            <a:pathLst>
              <a:path w="2356672" h="3976915">
                <a:moveTo>
                  <a:pt x="0" y="0"/>
                </a:moveTo>
                <a:lnTo>
                  <a:pt x="2356672" y="0"/>
                </a:lnTo>
                <a:lnTo>
                  <a:pt x="2356672" y="3976915"/>
                </a:lnTo>
                <a:lnTo>
                  <a:pt x="0" y="3976915"/>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3" name="Picture Placeholder 22"/>
          <p:cNvSpPr>
            <a:spLocks noGrp="1"/>
          </p:cNvSpPr>
          <p:nvPr>
            <p:ph type="pic" sz="quarter" idx="15"/>
          </p:nvPr>
        </p:nvSpPr>
        <p:spPr>
          <a:xfrm>
            <a:off x="9835328" y="1440542"/>
            <a:ext cx="2356672" cy="3976915"/>
          </a:xfrm>
          <a:custGeom>
            <a:avLst/>
            <a:gdLst>
              <a:gd name="connsiteX0" fmla="*/ 0 w 2356672"/>
              <a:gd name="connsiteY0" fmla="*/ 0 h 3976915"/>
              <a:gd name="connsiteX1" fmla="*/ 2356672 w 2356672"/>
              <a:gd name="connsiteY1" fmla="*/ 0 h 3976915"/>
              <a:gd name="connsiteX2" fmla="*/ 2356672 w 2356672"/>
              <a:gd name="connsiteY2" fmla="*/ 3976915 h 3976915"/>
              <a:gd name="connsiteX3" fmla="*/ 0 w 2356672"/>
              <a:gd name="connsiteY3" fmla="*/ 3976915 h 3976915"/>
            </a:gdLst>
            <a:ahLst/>
            <a:cxnLst>
              <a:cxn ang="0">
                <a:pos x="connsiteX0" y="connsiteY0"/>
              </a:cxn>
              <a:cxn ang="0">
                <a:pos x="connsiteX1" y="connsiteY1"/>
              </a:cxn>
              <a:cxn ang="0">
                <a:pos x="connsiteX2" y="connsiteY2"/>
              </a:cxn>
              <a:cxn ang="0">
                <a:pos x="connsiteX3" y="connsiteY3"/>
              </a:cxn>
            </a:cxnLst>
            <a:rect l="l" t="t" r="r" b="b"/>
            <a:pathLst>
              <a:path w="2356672" h="3976915">
                <a:moveTo>
                  <a:pt x="0" y="0"/>
                </a:moveTo>
                <a:lnTo>
                  <a:pt x="2356672" y="0"/>
                </a:lnTo>
                <a:lnTo>
                  <a:pt x="2356672" y="3976915"/>
                </a:lnTo>
                <a:lnTo>
                  <a:pt x="0" y="3976915"/>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2619550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17" name="Picture Placeholder 16"/>
          <p:cNvSpPr>
            <a:spLocks noGrp="1"/>
          </p:cNvSpPr>
          <p:nvPr>
            <p:ph type="pic" sz="quarter" idx="13"/>
          </p:nvPr>
        </p:nvSpPr>
        <p:spPr>
          <a:xfrm>
            <a:off x="2946400" y="1118562"/>
            <a:ext cx="3591552" cy="4658125"/>
          </a:xfrm>
          <a:custGeom>
            <a:avLst/>
            <a:gdLst>
              <a:gd name="connsiteX0" fmla="*/ 0 w 3591552"/>
              <a:gd name="connsiteY0" fmla="*/ 0 h 4658125"/>
              <a:gd name="connsiteX1" fmla="*/ 3591552 w 3591552"/>
              <a:gd name="connsiteY1" fmla="*/ 0 h 4658125"/>
              <a:gd name="connsiteX2" fmla="*/ 3591552 w 3591552"/>
              <a:gd name="connsiteY2" fmla="*/ 4658125 h 4658125"/>
              <a:gd name="connsiteX3" fmla="*/ 0 w 3591552"/>
              <a:gd name="connsiteY3" fmla="*/ 4658125 h 4658125"/>
            </a:gdLst>
            <a:ahLst/>
            <a:cxnLst>
              <a:cxn ang="0">
                <a:pos x="connsiteX0" y="connsiteY0"/>
              </a:cxn>
              <a:cxn ang="0">
                <a:pos x="connsiteX1" y="connsiteY1"/>
              </a:cxn>
              <a:cxn ang="0">
                <a:pos x="connsiteX2" y="connsiteY2"/>
              </a:cxn>
              <a:cxn ang="0">
                <a:pos x="connsiteX3" y="connsiteY3"/>
              </a:cxn>
            </a:cxnLst>
            <a:rect l="l" t="t" r="r" b="b"/>
            <a:pathLst>
              <a:path w="3591552" h="4658125">
                <a:moveTo>
                  <a:pt x="0" y="0"/>
                </a:moveTo>
                <a:lnTo>
                  <a:pt x="3591552" y="0"/>
                </a:lnTo>
                <a:lnTo>
                  <a:pt x="3591552" y="4658125"/>
                </a:lnTo>
                <a:lnTo>
                  <a:pt x="0" y="4658125"/>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32069495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17" name="Picture Placeholder 16"/>
          <p:cNvSpPr>
            <a:spLocks noGrp="1"/>
          </p:cNvSpPr>
          <p:nvPr>
            <p:ph type="pic" sz="quarter" idx="13"/>
          </p:nvPr>
        </p:nvSpPr>
        <p:spPr>
          <a:xfrm>
            <a:off x="7245003" y="968829"/>
            <a:ext cx="3962399" cy="4920342"/>
          </a:xfrm>
          <a:custGeom>
            <a:avLst/>
            <a:gdLst>
              <a:gd name="connsiteX0" fmla="*/ 0 w 3962399"/>
              <a:gd name="connsiteY0" fmla="*/ 0 h 4920342"/>
              <a:gd name="connsiteX1" fmla="*/ 3962399 w 3962399"/>
              <a:gd name="connsiteY1" fmla="*/ 0 h 4920342"/>
              <a:gd name="connsiteX2" fmla="*/ 3962399 w 3962399"/>
              <a:gd name="connsiteY2" fmla="*/ 4920342 h 4920342"/>
              <a:gd name="connsiteX3" fmla="*/ 0 w 3962399"/>
              <a:gd name="connsiteY3" fmla="*/ 4920342 h 4920342"/>
            </a:gdLst>
            <a:ahLst/>
            <a:cxnLst>
              <a:cxn ang="0">
                <a:pos x="connsiteX0" y="connsiteY0"/>
              </a:cxn>
              <a:cxn ang="0">
                <a:pos x="connsiteX1" y="connsiteY1"/>
              </a:cxn>
              <a:cxn ang="0">
                <a:pos x="connsiteX2" y="connsiteY2"/>
              </a:cxn>
              <a:cxn ang="0">
                <a:pos x="connsiteX3" y="connsiteY3"/>
              </a:cxn>
            </a:cxnLst>
            <a:rect l="l" t="t" r="r" b="b"/>
            <a:pathLst>
              <a:path w="3962399" h="4920342">
                <a:moveTo>
                  <a:pt x="0" y="0"/>
                </a:moveTo>
                <a:lnTo>
                  <a:pt x="3962399" y="0"/>
                </a:lnTo>
                <a:lnTo>
                  <a:pt x="3962399" y="4920342"/>
                </a:lnTo>
                <a:lnTo>
                  <a:pt x="0" y="4920342"/>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10387654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7" name="Picture Placeholder 16"/>
          <p:cNvSpPr>
            <a:spLocks noGrp="1"/>
          </p:cNvSpPr>
          <p:nvPr>
            <p:ph type="pic" sz="quarter" idx="13"/>
          </p:nvPr>
        </p:nvSpPr>
        <p:spPr>
          <a:xfrm>
            <a:off x="1364344" y="1625600"/>
            <a:ext cx="3098799" cy="3439886"/>
          </a:xfrm>
          <a:custGeom>
            <a:avLst/>
            <a:gdLst>
              <a:gd name="connsiteX0" fmla="*/ 0 w 3098799"/>
              <a:gd name="connsiteY0" fmla="*/ 0 h 3439886"/>
              <a:gd name="connsiteX1" fmla="*/ 3098799 w 3098799"/>
              <a:gd name="connsiteY1" fmla="*/ 0 h 3439886"/>
              <a:gd name="connsiteX2" fmla="*/ 3098799 w 3098799"/>
              <a:gd name="connsiteY2" fmla="*/ 3439886 h 3439886"/>
              <a:gd name="connsiteX3" fmla="*/ 0 w 3098799"/>
              <a:gd name="connsiteY3" fmla="*/ 3439886 h 3439886"/>
            </a:gdLst>
            <a:ahLst/>
            <a:cxnLst>
              <a:cxn ang="0">
                <a:pos x="connsiteX0" y="connsiteY0"/>
              </a:cxn>
              <a:cxn ang="0">
                <a:pos x="connsiteX1" y="connsiteY1"/>
              </a:cxn>
              <a:cxn ang="0">
                <a:pos x="connsiteX2" y="connsiteY2"/>
              </a:cxn>
              <a:cxn ang="0">
                <a:pos x="connsiteX3" y="connsiteY3"/>
              </a:cxn>
            </a:cxnLst>
            <a:rect l="l" t="t" r="r" b="b"/>
            <a:pathLst>
              <a:path w="3098799" h="3439886">
                <a:moveTo>
                  <a:pt x="0" y="0"/>
                </a:moveTo>
                <a:lnTo>
                  <a:pt x="3098799" y="0"/>
                </a:lnTo>
                <a:lnTo>
                  <a:pt x="3098799" y="3439886"/>
                </a:lnTo>
                <a:lnTo>
                  <a:pt x="0" y="3439886"/>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16094913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17" name="Picture Placeholder 16"/>
          <p:cNvSpPr>
            <a:spLocks noGrp="1"/>
          </p:cNvSpPr>
          <p:nvPr>
            <p:ph type="pic" sz="quarter" idx="13"/>
          </p:nvPr>
        </p:nvSpPr>
        <p:spPr>
          <a:xfrm>
            <a:off x="9782629" y="933450"/>
            <a:ext cx="2409371" cy="4991100"/>
          </a:xfrm>
          <a:custGeom>
            <a:avLst/>
            <a:gdLst>
              <a:gd name="connsiteX0" fmla="*/ 0 w 2409371"/>
              <a:gd name="connsiteY0" fmla="*/ 0 h 4991100"/>
              <a:gd name="connsiteX1" fmla="*/ 2409371 w 2409371"/>
              <a:gd name="connsiteY1" fmla="*/ 0 h 4991100"/>
              <a:gd name="connsiteX2" fmla="*/ 2409371 w 2409371"/>
              <a:gd name="connsiteY2" fmla="*/ 4991100 h 4991100"/>
              <a:gd name="connsiteX3" fmla="*/ 0 w 2409371"/>
              <a:gd name="connsiteY3" fmla="*/ 4991100 h 4991100"/>
            </a:gdLst>
            <a:ahLst/>
            <a:cxnLst>
              <a:cxn ang="0">
                <a:pos x="connsiteX0" y="connsiteY0"/>
              </a:cxn>
              <a:cxn ang="0">
                <a:pos x="connsiteX1" y="connsiteY1"/>
              </a:cxn>
              <a:cxn ang="0">
                <a:pos x="connsiteX2" y="connsiteY2"/>
              </a:cxn>
              <a:cxn ang="0">
                <a:pos x="connsiteX3" y="connsiteY3"/>
              </a:cxn>
            </a:cxnLst>
            <a:rect l="l" t="t" r="r" b="b"/>
            <a:pathLst>
              <a:path w="2409371" h="4991100">
                <a:moveTo>
                  <a:pt x="0" y="0"/>
                </a:moveTo>
                <a:lnTo>
                  <a:pt x="2409371" y="0"/>
                </a:lnTo>
                <a:lnTo>
                  <a:pt x="2409371" y="4991100"/>
                </a:lnTo>
                <a:lnTo>
                  <a:pt x="0" y="49911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29663462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21" name="Picture Placeholder 20"/>
          <p:cNvSpPr>
            <a:spLocks noGrp="1"/>
          </p:cNvSpPr>
          <p:nvPr>
            <p:ph type="pic" sz="quarter" idx="13"/>
          </p:nvPr>
        </p:nvSpPr>
        <p:spPr>
          <a:xfrm>
            <a:off x="1657350" y="2438400"/>
            <a:ext cx="2476500" cy="2286000"/>
          </a:xfrm>
          <a:custGeom>
            <a:avLst/>
            <a:gdLst>
              <a:gd name="connsiteX0" fmla="*/ 0 w 2476500"/>
              <a:gd name="connsiteY0" fmla="*/ 0 h 2286000"/>
              <a:gd name="connsiteX1" fmla="*/ 2476500 w 2476500"/>
              <a:gd name="connsiteY1" fmla="*/ 0 h 2286000"/>
              <a:gd name="connsiteX2" fmla="*/ 2476500 w 2476500"/>
              <a:gd name="connsiteY2" fmla="*/ 2286000 h 2286000"/>
              <a:gd name="connsiteX3" fmla="*/ 0 w 2476500"/>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476500" h="2286000">
                <a:moveTo>
                  <a:pt x="0" y="0"/>
                </a:moveTo>
                <a:lnTo>
                  <a:pt x="2476500" y="0"/>
                </a:lnTo>
                <a:lnTo>
                  <a:pt x="2476500" y="2286000"/>
                </a:lnTo>
                <a:lnTo>
                  <a:pt x="0" y="22860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2" name="Picture Placeholder 21"/>
          <p:cNvSpPr>
            <a:spLocks noGrp="1"/>
          </p:cNvSpPr>
          <p:nvPr>
            <p:ph type="pic" sz="quarter" idx="14"/>
          </p:nvPr>
        </p:nvSpPr>
        <p:spPr>
          <a:xfrm>
            <a:off x="4857750" y="2438400"/>
            <a:ext cx="2476500" cy="2286000"/>
          </a:xfrm>
          <a:custGeom>
            <a:avLst/>
            <a:gdLst>
              <a:gd name="connsiteX0" fmla="*/ 0 w 2476500"/>
              <a:gd name="connsiteY0" fmla="*/ 0 h 2286000"/>
              <a:gd name="connsiteX1" fmla="*/ 2476500 w 2476500"/>
              <a:gd name="connsiteY1" fmla="*/ 0 h 2286000"/>
              <a:gd name="connsiteX2" fmla="*/ 2476500 w 2476500"/>
              <a:gd name="connsiteY2" fmla="*/ 2286000 h 2286000"/>
              <a:gd name="connsiteX3" fmla="*/ 0 w 2476500"/>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476500" h="2286000">
                <a:moveTo>
                  <a:pt x="0" y="0"/>
                </a:moveTo>
                <a:lnTo>
                  <a:pt x="2476500" y="0"/>
                </a:lnTo>
                <a:lnTo>
                  <a:pt x="2476500" y="2286000"/>
                </a:lnTo>
                <a:lnTo>
                  <a:pt x="0" y="22860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3" name="Picture Placeholder 22"/>
          <p:cNvSpPr>
            <a:spLocks noGrp="1"/>
          </p:cNvSpPr>
          <p:nvPr>
            <p:ph type="pic" sz="quarter" idx="15"/>
          </p:nvPr>
        </p:nvSpPr>
        <p:spPr>
          <a:xfrm>
            <a:off x="8058150" y="2438400"/>
            <a:ext cx="2476500" cy="2286000"/>
          </a:xfrm>
          <a:custGeom>
            <a:avLst/>
            <a:gdLst>
              <a:gd name="connsiteX0" fmla="*/ 0 w 2476500"/>
              <a:gd name="connsiteY0" fmla="*/ 0 h 2286000"/>
              <a:gd name="connsiteX1" fmla="*/ 2476500 w 2476500"/>
              <a:gd name="connsiteY1" fmla="*/ 0 h 2286000"/>
              <a:gd name="connsiteX2" fmla="*/ 2476500 w 2476500"/>
              <a:gd name="connsiteY2" fmla="*/ 2286000 h 2286000"/>
              <a:gd name="connsiteX3" fmla="*/ 0 w 2476500"/>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476500" h="2286000">
                <a:moveTo>
                  <a:pt x="0" y="0"/>
                </a:moveTo>
                <a:lnTo>
                  <a:pt x="2476500" y="0"/>
                </a:lnTo>
                <a:lnTo>
                  <a:pt x="2476500" y="2286000"/>
                </a:lnTo>
                <a:lnTo>
                  <a:pt x="0" y="22860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1954639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6" name="Picture Placeholder 11"/>
          <p:cNvSpPr>
            <a:spLocks noGrp="1"/>
          </p:cNvSpPr>
          <p:nvPr>
            <p:ph type="pic" sz="quarter" idx="12"/>
          </p:nvPr>
        </p:nvSpPr>
        <p:spPr>
          <a:xfrm>
            <a:off x="704850" y="2457450"/>
            <a:ext cx="3429000" cy="3429000"/>
          </a:xfrm>
          <a:custGeom>
            <a:avLst/>
            <a:gdLst>
              <a:gd name="connsiteX0" fmla="*/ 0 w 3429000"/>
              <a:gd name="connsiteY0" fmla="*/ 0 h 3429000"/>
              <a:gd name="connsiteX1" fmla="*/ 3429000 w 3429000"/>
              <a:gd name="connsiteY1" fmla="*/ 0 h 3429000"/>
              <a:gd name="connsiteX2" fmla="*/ 3429000 w 3429000"/>
              <a:gd name="connsiteY2" fmla="*/ 3429000 h 3429000"/>
              <a:gd name="connsiteX3" fmla="*/ 0 w 3429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3429000" h="3429000">
                <a:moveTo>
                  <a:pt x="0" y="0"/>
                </a:moveTo>
                <a:lnTo>
                  <a:pt x="3429000" y="0"/>
                </a:lnTo>
                <a:lnTo>
                  <a:pt x="3429000" y="3429000"/>
                </a:lnTo>
                <a:lnTo>
                  <a:pt x="0" y="34290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7" name="Picture Placeholder 12"/>
          <p:cNvSpPr>
            <a:spLocks noGrp="1"/>
          </p:cNvSpPr>
          <p:nvPr>
            <p:ph type="pic" sz="quarter" idx="13"/>
          </p:nvPr>
        </p:nvSpPr>
        <p:spPr>
          <a:xfrm>
            <a:off x="4381500" y="2457450"/>
            <a:ext cx="3429000" cy="3429000"/>
          </a:xfrm>
          <a:custGeom>
            <a:avLst/>
            <a:gdLst>
              <a:gd name="connsiteX0" fmla="*/ 0 w 3429000"/>
              <a:gd name="connsiteY0" fmla="*/ 0 h 3429000"/>
              <a:gd name="connsiteX1" fmla="*/ 3429000 w 3429000"/>
              <a:gd name="connsiteY1" fmla="*/ 0 h 3429000"/>
              <a:gd name="connsiteX2" fmla="*/ 3429000 w 3429000"/>
              <a:gd name="connsiteY2" fmla="*/ 3429000 h 3429000"/>
              <a:gd name="connsiteX3" fmla="*/ 0 w 3429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3429000" h="3429000">
                <a:moveTo>
                  <a:pt x="0" y="0"/>
                </a:moveTo>
                <a:lnTo>
                  <a:pt x="3429000" y="0"/>
                </a:lnTo>
                <a:lnTo>
                  <a:pt x="3429000" y="3429000"/>
                </a:lnTo>
                <a:lnTo>
                  <a:pt x="0" y="34290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8" name="Picture Placeholder 13"/>
          <p:cNvSpPr>
            <a:spLocks noGrp="1"/>
          </p:cNvSpPr>
          <p:nvPr>
            <p:ph type="pic" sz="quarter" idx="14"/>
          </p:nvPr>
        </p:nvSpPr>
        <p:spPr>
          <a:xfrm>
            <a:off x="8058150" y="2457450"/>
            <a:ext cx="3429000" cy="3429000"/>
          </a:xfrm>
          <a:custGeom>
            <a:avLst/>
            <a:gdLst>
              <a:gd name="connsiteX0" fmla="*/ 0 w 3429000"/>
              <a:gd name="connsiteY0" fmla="*/ 0 h 3429000"/>
              <a:gd name="connsiteX1" fmla="*/ 3429000 w 3429000"/>
              <a:gd name="connsiteY1" fmla="*/ 0 h 3429000"/>
              <a:gd name="connsiteX2" fmla="*/ 3429000 w 3429000"/>
              <a:gd name="connsiteY2" fmla="*/ 3429000 h 3429000"/>
              <a:gd name="connsiteX3" fmla="*/ 0 w 3429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3429000" h="3429000">
                <a:moveTo>
                  <a:pt x="0" y="0"/>
                </a:moveTo>
                <a:lnTo>
                  <a:pt x="3429000" y="0"/>
                </a:lnTo>
                <a:lnTo>
                  <a:pt x="3429000" y="3429000"/>
                </a:lnTo>
                <a:lnTo>
                  <a:pt x="0" y="34290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13520868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
        <p:nvSpPr>
          <p:cNvPr id="19" name="Freeform 18"/>
          <p:cNvSpPr>
            <a:spLocks noGrp="1"/>
          </p:cNvSpPr>
          <p:nvPr>
            <p:ph type="pic" sz="quarter" idx="12"/>
          </p:nvPr>
        </p:nvSpPr>
        <p:spPr>
          <a:xfrm>
            <a:off x="4574100" y="1251858"/>
            <a:ext cx="2220686" cy="4354285"/>
          </a:xfrm>
          <a:custGeom>
            <a:avLst/>
            <a:gdLst>
              <a:gd name="connsiteX0" fmla="*/ 0 w 2220686"/>
              <a:gd name="connsiteY0" fmla="*/ 0 h 4354285"/>
              <a:gd name="connsiteX1" fmla="*/ 2220686 w 2220686"/>
              <a:gd name="connsiteY1" fmla="*/ 0 h 4354285"/>
              <a:gd name="connsiteX2" fmla="*/ 2220686 w 2220686"/>
              <a:gd name="connsiteY2" fmla="*/ 4354285 h 4354285"/>
              <a:gd name="connsiteX3" fmla="*/ 0 w 2220686"/>
              <a:gd name="connsiteY3" fmla="*/ 4354285 h 4354285"/>
            </a:gdLst>
            <a:ahLst/>
            <a:cxnLst>
              <a:cxn ang="0">
                <a:pos x="connsiteX0" y="connsiteY0"/>
              </a:cxn>
              <a:cxn ang="0">
                <a:pos x="connsiteX1" y="connsiteY1"/>
              </a:cxn>
              <a:cxn ang="0">
                <a:pos x="connsiteX2" y="connsiteY2"/>
              </a:cxn>
              <a:cxn ang="0">
                <a:pos x="connsiteX3" y="connsiteY3"/>
              </a:cxn>
            </a:cxnLst>
            <a:rect l="l" t="t" r="r" b="b"/>
            <a:pathLst>
              <a:path w="2220686" h="4354285">
                <a:moveTo>
                  <a:pt x="0" y="0"/>
                </a:moveTo>
                <a:lnTo>
                  <a:pt x="2220686" y="0"/>
                </a:lnTo>
                <a:lnTo>
                  <a:pt x="2220686" y="4354285"/>
                </a:lnTo>
                <a:lnTo>
                  <a:pt x="0" y="4354285"/>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0" name="Freeform 19"/>
          <p:cNvSpPr>
            <a:spLocks noGrp="1"/>
          </p:cNvSpPr>
          <p:nvPr>
            <p:ph type="pic" sz="quarter" idx="13"/>
          </p:nvPr>
        </p:nvSpPr>
        <p:spPr>
          <a:xfrm>
            <a:off x="7012500" y="1251858"/>
            <a:ext cx="1615622" cy="4354285"/>
          </a:xfrm>
          <a:custGeom>
            <a:avLst/>
            <a:gdLst>
              <a:gd name="connsiteX0" fmla="*/ 0 w 1615622"/>
              <a:gd name="connsiteY0" fmla="*/ 0 h 4354285"/>
              <a:gd name="connsiteX1" fmla="*/ 1615622 w 1615622"/>
              <a:gd name="connsiteY1" fmla="*/ 0 h 4354285"/>
              <a:gd name="connsiteX2" fmla="*/ 1615622 w 1615622"/>
              <a:gd name="connsiteY2" fmla="*/ 4354285 h 4354285"/>
              <a:gd name="connsiteX3" fmla="*/ 0 w 1615622"/>
              <a:gd name="connsiteY3" fmla="*/ 4354285 h 4354285"/>
            </a:gdLst>
            <a:ahLst/>
            <a:cxnLst>
              <a:cxn ang="0">
                <a:pos x="connsiteX0" y="connsiteY0"/>
              </a:cxn>
              <a:cxn ang="0">
                <a:pos x="connsiteX1" y="connsiteY1"/>
              </a:cxn>
              <a:cxn ang="0">
                <a:pos x="connsiteX2" y="connsiteY2"/>
              </a:cxn>
              <a:cxn ang="0">
                <a:pos x="connsiteX3" y="connsiteY3"/>
              </a:cxn>
            </a:cxnLst>
            <a:rect l="l" t="t" r="r" b="b"/>
            <a:pathLst>
              <a:path w="1615622" h="4354285">
                <a:moveTo>
                  <a:pt x="0" y="0"/>
                </a:moveTo>
                <a:lnTo>
                  <a:pt x="1615622" y="0"/>
                </a:lnTo>
                <a:lnTo>
                  <a:pt x="1615622" y="4354285"/>
                </a:lnTo>
                <a:lnTo>
                  <a:pt x="0" y="4354285"/>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3762798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17" name="Freeform 16"/>
          <p:cNvSpPr>
            <a:spLocks noGrp="1"/>
          </p:cNvSpPr>
          <p:nvPr>
            <p:ph type="pic" sz="quarter" idx="12"/>
          </p:nvPr>
        </p:nvSpPr>
        <p:spPr>
          <a:xfrm>
            <a:off x="609599" y="1404257"/>
            <a:ext cx="6386287" cy="4049486"/>
          </a:xfrm>
          <a:custGeom>
            <a:avLst/>
            <a:gdLst>
              <a:gd name="connsiteX0" fmla="*/ 0 w 6386287"/>
              <a:gd name="connsiteY0" fmla="*/ 0 h 4049486"/>
              <a:gd name="connsiteX1" fmla="*/ 6386287 w 6386287"/>
              <a:gd name="connsiteY1" fmla="*/ 0 h 4049486"/>
              <a:gd name="connsiteX2" fmla="*/ 6386287 w 6386287"/>
              <a:gd name="connsiteY2" fmla="*/ 4049486 h 4049486"/>
              <a:gd name="connsiteX3" fmla="*/ 0 w 6386287"/>
              <a:gd name="connsiteY3" fmla="*/ 4049486 h 4049486"/>
            </a:gdLst>
            <a:ahLst/>
            <a:cxnLst>
              <a:cxn ang="0">
                <a:pos x="connsiteX0" y="connsiteY0"/>
              </a:cxn>
              <a:cxn ang="0">
                <a:pos x="connsiteX1" y="connsiteY1"/>
              </a:cxn>
              <a:cxn ang="0">
                <a:pos x="connsiteX2" y="connsiteY2"/>
              </a:cxn>
              <a:cxn ang="0">
                <a:pos x="connsiteX3" y="connsiteY3"/>
              </a:cxn>
            </a:cxnLst>
            <a:rect l="l" t="t" r="r" b="b"/>
            <a:pathLst>
              <a:path w="6386287" h="4049486">
                <a:moveTo>
                  <a:pt x="0" y="0"/>
                </a:moveTo>
                <a:lnTo>
                  <a:pt x="6386287" y="0"/>
                </a:lnTo>
                <a:lnTo>
                  <a:pt x="6386287" y="4049486"/>
                </a:lnTo>
                <a:lnTo>
                  <a:pt x="0" y="4049486"/>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42945992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23" name="Freeform 22"/>
          <p:cNvSpPr>
            <a:spLocks noGrp="1"/>
          </p:cNvSpPr>
          <p:nvPr>
            <p:ph type="pic" sz="quarter" idx="13"/>
          </p:nvPr>
        </p:nvSpPr>
        <p:spPr>
          <a:xfrm>
            <a:off x="1075778" y="1209674"/>
            <a:ext cx="1924050" cy="1924050"/>
          </a:xfrm>
          <a:custGeom>
            <a:avLst/>
            <a:gdLst>
              <a:gd name="connsiteX0" fmla="*/ 0 w 1924050"/>
              <a:gd name="connsiteY0" fmla="*/ 0 h 1924050"/>
              <a:gd name="connsiteX1" fmla="*/ 1924050 w 1924050"/>
              <a:gd name="connsiteY1" fmla="*/ 0 h 1924050"/>
              <a:gd name="connsiteX2" fmla="*/ 1924050 w 1924050"/>
              <a:gd name="connsiteY2" fmla="*/ 1924050 h 1924050"/>
              <a:gd name="connsiteX3" fmla="*/ 0 w 1924050"/>
              <a:gd name="connsiteY3" fmla="*/ 1924050 h 1924050"/>
            </a:gdLst>
            <a:ahLst/>
            <a:cxnLst>
              <a:cxn ang="0">
                <a:pos x="connsiteX0" y="connsiteY0"/>
              </a:cxn>
              <a:cxn ang="0">
                <a:pos x="connsiteX1" y="connsiteY1"/>
              </a:cxn>
              <a:cxn ang="0">
                <a:pos x="connsiteX2" y="connsiteY2"/>
              </a:cxn>
              <a:cxn ang="0">
                <a:pos x="connsiteX3" y="connsiteY3"/>
              </a:cxn>
            </a:cxnLst>
            <a:rect l="l" t="t" r="r" b="b"/>
            <a:pathLst>
              <a:path w="1924050" h="1924050">
                <a:moveTo>
                  <a:pt x="0" y="0"/>
                </a:moveTo>
                <a:lnTo>
                  <a:pt x="1924050" y="0"/>
                </a:lnTo>
                <a:lnTo>
                  <a:pt x="1924050" y="1924050"/>
                </a:lnTo>
                <a:lnTo>
                  <a:pt x="0" y="192405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5" name="Freeform 24"/>
          <p:cNvSpPr>
            <a:spLocks noGrp="1"/>
          </p:cNvSpPr>
          <p:nvPr>
            <p:ph type="pic" sz="quarter" idx="14"/>
          </p:nvPr>
        </p:nvSpPr>
        <p:spPr>
          <a:xfrm>
            <a:off x="5567777" y="1209674"/>
            <a:ext cx="1924050" cy="1924050"/>
          </a:xfrm>
          <a:custGeom>
            <a:avLst/>
            <a:gdLst>
              <a:gd name="connsiteX0" fmla="*/ 0 w 1924050"/>
              <a:gd name="connsiteY0" fmla="*/ 0 h 1924050"/>
              <a:gd name="connsiteX1" fmla="*/ 1924050 w 1924050"/>
              <a:gd name="connsiteY1" fmla="*/ 0 h 1924050"/>
              <a:gd name="connsiteX2" fmla="*/ 1924050 w 1924050"/>
              <a:gd name="connsiteY2" fmla="*/ 1924050 h 1924050"/>
              <a:gd name="connsiteX3" fmla="*/ 0 w 1924050"/>
              <a:gd name="connsiteY3" fmla="*/ 1924050 h 1924050"/>
            </a:gdLst>
            <a:ahLst/>
            <a:cxnLst>
              <a:cxn ang="0">
                <a:pos x="connsiteX0" y="connsiteY0"/>
              </a:cxn>
              <a:cxn ang="0">
                <a:pos x="connsiteX1" y="connsiteY1"/>
              </a:cxn>
              <a:cxn ang="0">
                <a:pos x="connsiteX2" y="connsiteY2"/>
              </a:cxn>
              <a:cxn ang="0">
                <a:pos x="connsiteX3" y="connsiteY3"/>
              </a:cxn>
            </a:cxnLst>
            <a:rect l="l" t="t" r="r" b="b"/>
            <a:pathLst>
              <a:path w="1924050" h="1924050">
                <a:moveTo>
                  <a:pt x="0" y="0"/>
                </a:moveTo>
                <a:lnTo>
                  <a:pt x="1924050" y="0"/>
                </a:lnTo>
                <a:lnTo>
                  <a:pt x="1924050" y="1924050"/>
                </a:lnTo>
                <a:lnTo>
                  <a:pt x="0" y="192405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6" name="Freeform 25"/>
          <p:cNvSpPr>
            <a:spLocks noGrp="1"/>
          </p:cNvSpPr>
          <p:nvPr>
            <p:ph type="pic" sz="quarter" idx="15"/>
          </p:nvPr>
        </p:nvSpPr>
        <p:spPr>
          <a:xfrm>
            <a:off x="6976538" y="3724275"/>
            <a:ext cx="1924050" cy="1924050"/>
          </a:xfrm>
          <a:custGeom>
            <a:avLst/>
            <a:gdLst>
              <a:gd name="connsiteX0" fmla="*/ 0 w 1924050"/>
              <a:gd name="connsiteY0" fmla="*/ 0 h 1924050"/>
              <a:gd name="connsiteX1" fmla="*/ 1924050 w 1924050"/>
              <a:gd name="connsiteY1" fmla="*/ 0 h 1924050"/>
              <a:gd name="connsiteX2" fmla="*/ 1924050 w 1924050"/>
              <a:gd name="connsiteY2" fmla="*/ 1924050 h 1924050"/>
              <a:gd name="connsiteX3" fmla="*/ 0 w 1924050"/>
              <a:gd name="connsiteY3" fmla="*/ 1924050 h 1924050"/>
            </a:gdLst>
            <a:ahLst/>
            <a:cxnLst>
              <a:cxn ang="0">
                <a:pos x="connsiteX0" y="connsiteY0"/>
              </a:cxn>
              <a:cxn ang="0">
                <a:pos x="connsiteX1" y="connsiteY1"/>
              </a:cxn>
              <a:cxn ang="0">
                <a:pos x="connsiteX2" y="connsiteY2"/>
              </a:cxn>
              <a:cxn ang="0">
                <a:pos x="connsiteX3" y="connsiteY3"/>
              </a:cxn>
            </a:cxnLst>
            <a:rect l="l" t="t" r="r" b="b"/>
            <a:pathLst>
              <a:path w="1924050" h="1924050">
                <a:moveTo>
                  <a:pt x="0" y="0"/>
                </a:moveTo>
                <a:lnTo>
                  <a:pt x="1924050" y="0"/>
                </a:lnTo>
                <a:lnTo>
                  <a:pt x="1924050" y="1924050"/>
                </a:lnTo>
                <a:lnTo>
                  <a:pt x="0" y="192405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4" name="Freeform 23"/>
          <p:cNvSpPr>
            <a:spLocks noGrp="1"/>
          </p:cNvSpPr>
          <p:nvPr>
            <p:ph type="pic" sz="quarter" idx="16"/>
          </p:nvPr>
        </p:nvSpPr>
        <p:spPr>
          <a:xfrm>
            <a:off x="2484539" y="3724275"/>
            <a:ext cx="1924050" cy="1924050"/>
          </a:xfrm>
          <a:custGeom>
            <a:avLst/>
            <a:gdLst>
              <a:gd name="connsiteX0" fmla="*/ 0 w 1924050"/>
              <a:gd name="connsiteY0" fmla="*/ 0 h 1924050"/>
              <a:gd name="connsiteX1" fmla="*/ 1924050 w 1924050"/>
              <a:gd name="connsiteY1" fmla="*/ 0 h 1924050"/>
              <a:gd name="connsiteX2" fmla="*/ 1924050 w 1924050"/>
              <a:gd name="connsiteY2" fmla="*/ 1924050 h 1924050"/>
              <a:gd name="connsiteX3" fmla="*/ 0 w 1924050"/>
              <a:gd name="connsiteY3" fmla="*/ 1924050 h 1924050"/>
            </a:gdLst>
            <a:ahLst/>
            <a:cxnLst>
              <a:cxn ang="0">
                <a:pos x="connsiteX0" y="connsiteY0"/>
              </a:cxn>
              <a:cxn ang="0">
                <a:pos x="connsiteX1" y="connsiteY1"/>
              </a:cxn>
              <a:cxn ang="0">
                <a:pos x="connsiteX2" y="connsiteY2"/>
              </a:cxn>
              <a:cxn ang="0">
                <a:pos x="connsiteX3" y="connsiteY3"/>
              </a:cxn>
            </a:cxnLst>
            <a:rect l="l" t="t" r="r" b="b"/>
            <a:pathLst>
              <a:path w="1924050" h="1924050">
                <a:moveTo>
                  <a:pt x="0" y="0"/>
                </a:moveTo>
                <a:lnTo>
                  <a:pt x="1924050" y="0"/>
                </a:lnTo>
                <a:lnTo>
                  <a:pt x="1924050" y="1924050"/>
                </a:lnTo>
                <a:lnTo>
                  <a:pt x="0" y="192405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41698870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1" name="Picture Placeholder 20"/>
          <p:cNvSpPr>
            <a:spLocks noGrp="1"/>
          </p:cNvSpPr>
          <p:nvPr>
            <p:ph type="pic" sz="quarter" idx="13"/>
          </p:nvPr>
        </p:nvSpPr>
        <p:spPr>
          <a:xfrm>
            <a:off x="1842247" y="1075764"/>
            <a:ext cx="2487706" cy="4706471"/>
          </a:xfrm>
          <a:custGeom>
            <a:avLst/>
            <a:gdLst>
              <a:gd name="connsiteX0" fmla="*/ 0 w 2487706"/>
              <a:gd name="connsiteY0" fmla="*/ 0 h 4706471"/>
              <a:gd name="connsiteX1" fmla="*/ 2487706 w 2487706"/>
              <a:gd name="connsiteY1" fmla="*/ 0 h 4706471"/>
              <a:gd name="connsiteX2" fmla="*/ 2487706 w 2487706"/>
              <a:gd name="connsiteY2" fmla="*/ 4706471 h 4706471"/>
              <a:gd name="connsiteX3" fmla="*/ 0 w 2487706"/>
              <a:gd name="connsiteY3" fmla="*/ 4706471 h 4706471"/>
            </a:gdLst>
            <a:ahLst/>
            <a:cxnLst>
              <a:cxn ang="0">
                <a:pos x="connsiteX0" y="connsiteY0"/>
              </a:cxn>
              <a:cxn ang="0">
                <a:pos x="connsiteX1" y="connsiteY1"/>
              </a:cxn>
              <a:cxn ang="0">
                <a:pos x="connsiteX2" y="connsiteY2"/>
              </a:cxn>
              <a:cxn ang="0">
                <a:pos x="connsiteX3" y="connsiteY3"/>
              </a:cxn>
            </a:cxnLst>
            <a:rect l="l" t="t" r="r" b="b"/>
            <a:pathLst>
              <a:path w="2487706" h="4706471">
                <a:moveTo>
                  <a:pt x="0" y="0"/>
                </a:moveTo>
                <a:lnTo>
                  <a:pt x="2487706" y="0"/>
                </a:lnTo>
                <a:lnTo>
                  <a:pt x="2487706" y="4706471"/>
                </a:lnTo>
                <a:lnTo>
                  <a:pt x="0" y="4706471"/>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2" name="Picture Placeholder 21"/>
          <p:cNvSpPr>
            <a:spLocks noGrp="1"/>
          </p:cNvSpPr>
          <p:nvPr>
            <p:ph type="pic" sz="quarter" idx="14"/>
          </p:nvPr>
        </p:nvSpPr>
        <p:spPr>
          <a:xfrm>
            <a:off x="5593976" y="1075765"/>
            <a:ext cx="2487706" cy="2353236"/>
          </a:xfrm>
          <a:custGeom>
            <a:avLst/>
            <a:gdLst>
              <a:gd name="connsiteX0" fmla="*/ 0 w 2487706"/>
              <a:gd name="connsiteY0" fmla="*/ 0 h 2353236"/>
              <a:gd name="connsiteX1" fmla="*/ 2487706 w 2487706"/>
              <a:gd name="connsiteY1" fmla="*/ 0 h 2353236"/>
              <a:gd name="connsiteX2" fmla="*/ 2487706 w 2487706"/>
              <a:gd name="connsiteY2" fmla="*/ 2353236 h 2353236"/>
              <a:gd name="connsiteX3" fmla="*/ 0 w 2487706"/>
              <a:gd name="connsiteY3" fmla="*/ 2353236 h 2353236"/>
            </a:gdLst>
            <a:ahLst/>
            <a:cxnLst>
              <a:cxn ang="0">
                <a:pos x="connsiteX0" y="connsiteY0"/>
              </a:cxn>
              <a:cxn ang="0">
                <a:pos x="connsiteX1" y="connsiteY1"/>
              </a:cxn>
              <a:cxn ang="0">
                <a:pos x="connsiteX2" y="connsiteY2"/>
              </a:cxn>
              <a:cxn ang="0">
                <a:pos x="connsiteX3" y="connsiteY3"/>
              </a:cxn>
            </a:cxnLst>
            <a:rect l="l" t="t" r="r" b="b"/>
            <a:pathLst>
              <a:path w="2487706" h="2353236">
                <a:moveTo>
                  <a:pt x="0" y="0"/>
                </a:moveTo>
                <a:lnTo>
                  <a:pt x="2487706" y="0"/>
                </a:lnTo>
                <a:lnTo>
                  <a:pt x="2487706" y="2353236"/>
                </a:lnTo>
                <a:lnTo>
                  <a:pt x="0" y="2353236"/>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3" name="Picture Placeholder 22"/>
          <p:cNvSpPr>
            <a:spLocks noGrp="1"/>
          </p:cNvSpPr>
          <p:nvPr>
            <p:ph type="pic" sz="quarter" idx="15"/>
          </p:nvPr>
        </p:nvSpPr>
        <p:spPr>
          <a:xfrm>
            <a:off x="8633011" y="1075765"/>
            <a:ext cx="2487706" cy="2353236"/>
          </a:xfrm>
          <a:custGeom>
            <a:avLst/>
            <a:gdLst>
              <a:gd name="connsiteX0" fmla="*/ 0 w 2487706"/>
              <a:gd name="connsiteY0" fmla="*/ 0 h 2353236"/>
              <a:gd name="connsiteX1" fmla="*/ 2487706 w 2487706"/>
              <a:gd name="connsiteY1" fmla="*/ 0 h 2353236"/>
              <a:gd name="connsiteX2" fmla="*/ 2487706 w 2487706"/>
              <a:gd name="connsiteY2" fmla="*/ 2353236 h 2353236"/>
              <a:gd name="connsiteX3" fmla="*/ 0 w 2487706"/>
              <a:gd name="connsiteY3" fmla="*/ 2353236 h 2353236"/>
            </a:gdLst>
            <a:ahLst/>
            <a:cxnLst>
              <a:cxn ang="0">
                <a:pos x="connsiteX0" y="connsiteY0"/>
              </a:cxn>
              <a:cxn ang="0">
                <a:pos x="connsiteX1" y="connsiteY1"/>
              </a:cxn>
              <a:cxn ang="0">
                <a:pos x="connsiteX2" y="connsiteY2"/>
              </a:cxn>
              <a:cxn ang="0">
                <a:pos x="connsiteX3" y="connsiteY3"/>
              </a:cxn>
            </a:cxnLst>
            <a:rect l="l" t="t" r="r" b="b"/>
            <a:pathLst>
              <a:path w="2487706" h="2353236">
                <a:moveTo>
                  <a:pt x="0" y="0"/>
                </a:moveTo>
                <a:lnTo>
                  <a:pt x="2487706" y="0"/>
                </a:lnTo>
                <a:lnTo>
                  <a:pt x="2487706" y="2353236"/>
                </a:lnTo>
                <a:lnTo>
                  <a:pt x="0" y="2353236"/>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7542595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26" name="Picture Placeholder 25"/>
          <p:cNvSpPr>
            <a:spLocks noGrp="1"/>
          </p:cNvSpPr>
          <p:nvPr>
            <p:ph type="pic" sz="quarter" idx="13"/>
          </p:nvPr>
        </p:nvSpPr>
        <p:spPr>
          <a:xfrm>
            <a:off x="4324350" y="1276350"/>
            <a:ext cx="2735356" cy="4305300"/>
          </a:xfrm>
          <a:custGeom>
            <a:avLst/>
            <a:gdLst>
              <a:gd name="connsiteX0" fmla="*/ 0 w 2735356"/>
              <a:gd name="connsiteY0" fmla="*/ 0 h 4305300"/>
              <a:gd name="connsiteX1" fmla="*/ 2735356 w 2735356"/>
              <a:gd name="connsiteY1" fmla="*/ 0 h 4305300"/>
              <a:gd name="connsiteX2" fmla="*/ 2735356 w 2735356"/>
              <a:gd name="connsiteY2" fmla="*/ 4305300 h 4305300"/>
              <a:gd name="connsiteX3" fmla="*/ 0 w 2735356"/>
              <a:gd name="connsiteY3" fmla="*/ 4305300 h 4305300"/>
            </a:gdLst>
            <a:ahLst/>
            <a:cxnLst>
              <a:cxn ang="0">
                <a:pos x="connsiteX0" y="connsiteY0"/>
              </a:cxn>
              <a:cxn ang="0">
                <a:pos x="connsiteX1" y="connsiteY1"/>
              </a:cxn>
              <a:cxn ang="0">
                <a:pos x="connsiteX2" y="connsiteY2"/>
              </a:cxn>
              <a:cxn ang="0">
                <a:pos x="connsiteX3" y="connsiteY3"/>
              </a:cxn>
            </a:cxnLst>
            <a:rect l="l" t="t" r="r" b="b"/>
            <a:pathLst>
              <a:path w="2735356" h="4305300">
                <a:moveTo>
                  <a:pt x="0" y="0"/>
                </a:moveTo>
                <a:lnTo>
                  <a:pt x="2735356" y="0"/>
                </a:lnTo>
                <a:lnTo>
                  <a:pt x="2735356" y="4305300"/>
                </a:lnTo>
                <a:lnTo>
                  <a:pt x="0" y="43053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3" name="Picture Placeholder 22"/>
          <p:cNvSpPr>
            <a:spLocks noGrp="1"/>
          </p:cNvSpPr>
          <p:nvPr>
            <p:ph type="pic" sz="quarter" idx="14"/>
          </p:nvPr>
        </p:nvSpPr>
        <p:spPr>
          <a:xfrm>
            <a:off x="833718" y="1698558"/>
            <a:ext cx="914401" cy="914401"/>
          </a:xfrm>
          <a:custGeom>
            <a:avLst/>
            <a:gdLst>
              <a:gd name="connsiteX0" fmla="*/ 0 w 914401"/>
              <a:gd name="connsiteY0" fmla="*/ 0 h 914401"/>
              <a:gd name="connsiteX1" fmla="*/ 914401 w 914401"/>
              <a:gd name="connsiteY1" fmla="*/ 0 h 914401"/>
              <a:gd name="connsiteX2" fmla="*/ 914401 w 914401"/>
              <a:gd name="connsiteY2" fmla="*/ 914401 h 914401"/>
              <a:gd name="connsiteX3" fmla="*/ 0 w 914401"/>
              <a:gd name="connsiteY3" fmla="*/ 914401 h 914401"/>
            </a:gdLst>
            <a:ahLst/>
            <a:cxnLst>
              <a:cxn ang="0">
                <a:pos x="connsiteX0" y="connsiteY0"/>
              </a:cxn>
              <a:cxn ang="0">
                <a:pos x="connsiteX1" y="connsiteY1"/>
              </a:cxn>
              <a:cxn ang="0">
                <a:pos x="connsiteX2" y="connsiteY2"/>
              </a:cxn>
              <a:cxn ang="0">
                <a:pos x="connsiteX3" y="connsiteY3"/>
              </a:cxn>
            </a:cxnLst>
            <a:rect l="l" t="t" r="r" b="b"/>
            <a:pathLst>
              <a:path w="914401" h="914401">
                <a:moveTo>
                  <a:pt x="0" y="0"/>
                </a:moveTo>
                <a:lnTo>
                  <a:pt x="914401" y="0"/>
                </a:lnTo>
                <a:lnTo>
                  <a:pt x="914401" y="914401"/>
                </a:lnTo>
                <a:lnTo>
                  <a:pt x="0" y="914401"/>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4" name="Picture Placeholder 23"/>
          <p:cNvSpPr>
            <a:spLocks noGrp="1"/>
          </p:cNvSpPr>
          <p:nvPr>
            <p:ph type="pic" sz="quarter" idx="15"/>
          </p:nvPr>
        </p:nvSpPr>
        <p:spPr>
          <a:xfrm>
            <a:off x="833718" y="3006284"/>
            <a:ext cx="914401" cy="914401"/>
          </a:xfrm>
          <a:custGeom>
            <a:avLst/>
            <a:gdLst>
              <a:gd name="connsiteX0" fmla="*/ 0 w 914401"/>
              <a:gd name="connsiteY0" fmla="*/ 0 h 914401"/>
              <a:gd name="connsiteX1" fmla="*/ 914401 w 914401"/>
              <a:gd name="connsiteY1" fmla="*/ 0 h 914401"/>
              <a:gd name="connsiteX2" fmla="*/ 914401 w 914401"/>
              <a:gd name="connsiteY2" fmla="*/ 914401 h 914401"/>
              <a:gd name="connsiteX3" fmla="*/ 0 w 914401"/>
              <a:gd name="connsiteY3" fmla="*/ 914401 h 914401"/>
            </a:gdLst>
            <a:ahLst/>
            <a:cxnLst>
              <a:cxn ang="0">
                <a:pos x="connsiteX0" y="connsiteY0"/>
              </a:cxn>
              <a:cxn ang="0">
                <a:pos x="connsiteX1" y="connsiteY1"/>
              </a:cxn>
              <a:cxn ang="0">
                <a:pos x="connsiteX2" y="connsiteY2"/>
              </a:cxn>
              <a:cxn ang="0">
                <a:pos x="connsiteX3" y="connsiteY3"/>
              </a:cxn>
            </a:cxnLst>
            <a:rect l="l" t="t" r="r" b="b"/>
            <a:pathLst>
              <a:path w="914401" h="914401">
                <a:moveTo>
                  <a:pt x="0" y="0"/>
                </a:moveTo>
                <a:lnTo>
                  <a:pt x="914401" y="0"/>
                </a:lnTo>
                <a:lnTo>
                  <a:pt x="914401" y="914401"/>
                </a:lnTo>
                <a:lnTo>
                  <a:pt x="0" y="914401"/>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5" name="Picture Placeholder 24"/>
          <p:cNvSpPr>
            <a:spLocks noGrp="1"/>
          </p:cNvSpPr>
          <p:nvPr>
            <p:ph type="pic" sz="quarter" idx="16"/>
          </p:nvPr>
        </p:nvSpPr>
        <p:spPr>
          <a:xfrm>
            <a:off x="833718" y="4291906"/>
            <a:ext cx="914401" cy="914401"/>
          </a:xfrm>
          <a:custGeom>
            <a:avLst/>
            <a:gdLst>
              <a:gd name="connsiteX0" fmla="*/ 0 w 914401"/>
              <a:gd name="connsiteY0" fmla="*/ 0 h 914401"/>
              <a:gd name="connsiteX1" fmla="*/ 914401 w 914401"/>
              <a:gd name="connsiteY1" fmla="*/ 0 h 914401"/>
              <a:gd name="connsiteX2" fmla="*/ 914401 w 914401"/>
              <a:gd name="connsiteY2" fmla="*/ 914401 h 914401"/>
              <a:gd name="connsiteX3" fmla="*/ 0 w 914401"/>
              <a:gd name="connsiteY3" fmla="*/ 914401 h 914401"/>
            </a:gdLst>
            <a:ahLst/>
            <a:cxnLst>
              <a:cxn ang="0">
                <a:pos x="connsiteX0" y="connsiteY0"/>
              </a:cxn>
              <a:cxn ang="0">
                <a:pos x="connsiteX1" y="connsiteY1"/>
              </a:cxn>
              <a:cxn ang="0">
                <a:pos x="connsiteX2" y="connsiteY2"/>
              </a:cxn>
              <a:cxn ang="0">
                <a:pos x="connsiteX3" y="connsiteY3"/>
              </a:cxn>
            </a:cxnLst>
            <a:rect l="l" t="t" r="r" b="b"/>
            <a:pathLst>
              <a:path w="914401" h="914401">
                <a:moveTo>
                  <a:pt x="0" y="0"/>
                </a:moveTo>
                <a:lnTo>
                  <a:pt x="914401" y="0"/>
                </a:lnTo>
                <a:lnTo>
                  <a:pt x="914401" y="914401"/>
                </a:lnTo>
                <a:lnTo>
                  <a:pt x="0" y="914401"/>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42145362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16" name="Picture Placeholder 15"/>
          <p:cNvSpPr>
            <a:spLocks noGrp="1"/>
          </p:cNvSpPr>
          <p:nvPr>
            <p:ph type="pic" sz="quarter" idx="14"/>
          </p:nvPr>
        </p:nvSpPr>
        <p:spPr>
          <a:xfrm>
            <a:off x="1468635" y="1343025"/>
            <a:ext cx="9254729" cy="4171950"/>
          </a:xfrm>
          <a:custGeom>
            <a:avLst/>
            <a:gdLst>
              <a:gd name="connsiteX0" fmla="*/ 0 w 914401"/>
              <a:gd name="connsiteY0" fmla="*/ 0 h 914401"/>
              <a:gd name="connsiteX1" fmla="*/ 914401 w 914401"/>
              <a:gd name="connsiteY1" fmla="*/ 0 h 914401"/>
              <a:gd name="connsiteX2" fmla="*/ 914401 w 914401"/>
              <a:gd name="connsiteY2" fmla="*/ 914401 h 914401"/>
              <a:gd name="connsiteX3" fmla="*/ 0 w 914401"/>
              <a:gd name="connsiteY3" fmla="*/ 914401 h 914401"/>
            </a:gdLst>
            <a:ahLst/>
            <a:cxnLst>
              <a:cxn ang="0">
                <a:pos x="connsiteX0" y="connsiteY0"/>
              </a:cxn>
              <a:cxn ang="0">
                <a:pos x="connsiteX1" y="connsiteY1"/>
              </a:cxn>
              <a:cxn ang="0">
                <a:pos x="connsiteX2" y="connsiteY2"/>
              </a:cxn>
              <a:cxn ang="0">
                <a:pos x="connsiteX3" y="connsiteY3"/>
              </a:cxn>
            </a:cxnLst>
            <a:rect l="l" t="t" r="r" b="b"/>
            <a:pathLst>
              <a:path w="914401" h="914401">
                <a:moveTo>
                  <a:pt x="0" y="0"/>
                </a:moveTo>
                <a:lnTo>
                  <a:pt x="914401" y="0"/>
                </a:lnTo>
                <a:lnTo>
                  <a:pt x="914401" y="914401"/>
                </a:lnTo>
                <a:lnTo>
                  <a:pt x="0" y="914401"/>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42209072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21" name="Picture Placeholder 20"/>
          <p:cNvSpPr>
            <a:spLocks noGrp="1"/>
          </p:cNvSpPr>
          <p:nvPr>
            <p:ph type="pic" sz="quarter" idx="14"/>
          </p:nvPr>
        </p:nvSpPr>
        <p:spPr>
          <a:xfrm>
            <a:off x="972457" y="1890792"/>
            <a:ext cx="2017486" cy="2820596"/>
          </a:xfrm>
          <a:custGeom>
            <a:avLst/>
            <a:gdLst>
              <a:gd name="connsiteX0" fmla="*/ 0 w 2017486"/>
              <a:gd name="connsiteY0" fmla="*/ 0 h 2820596"/>
              <a:gd name="connsiteX1" fmla="*/ 2017486 w 2017486"/>
              <a:gd name="connsiteY1" fmla="*/ 0 h 2820596"/>
              <a:gd name="connsiteX2" fmla="*/ 2017486 w 2017486"/>
              <a:gd name="connsiteY2" fmla="*/ 2820596 h 2820596"/>
              <a:gd name="connsiteX3" fmla="*/ 0 w 2017486"/>
              <a:gd name="connsiteY3" fmla="*/ 2820596 h 2820596"/>
            </a:gdLst>
            <a:ahLst/>
            <a:cxnLst>
              <a:cxn ang="0">
                <a:pos x="connsiteX0" y="connsiteY0"/>
              </a:cxn>
              <a:cxn ang="0">
                <a:pos x="connsiteX1" y="connsiteY1"/>
              </a:cxn>
              <a:cxn ang="0">
                <a:pos x="connsiteX2" y="connsiteY2"/>
              </a:cxn>
              <a:cxn ang="0">
                <a:pos x="connsiteX3" y="connsiteY3"/>
              </a:cxn>
            </a:cxnLst>
            <a:rect l="l" t="t" r="r" b="b"/>
            <a:pathLst>
              <a:path w="2017486" h="2820596">
                <a:moveTo>
                  <a:pt x="0" y="0"/>
                </a:moveTo>
                <a:lnTo>
                  <a:pt x="2017486" y="0"/>
                </a:lnTo>
                <a:lnTo>
                  <a:pt x="2017486" y="2820596"/>
                </a:lnTo>
                <a:lnTo>
                  <a:pt x="0" y="2820596"/>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2" name="Picture Placeholder 21"/>
          <p:cNvSpPr>
            <a:spLocks noGrp="1"/>
          </p:cNvSpPr>
          <p:nvPr>
            <p:ph type="pic" sz="quarter" idx="15"/>
          </p:nvPr>
        </p:nvSpPr>
        <p:spPr>
          <a:xfrm>
            <a:off x="3323771" y="972457"/>
            <a:ext cx="2017486" cy="2820596"/>
          </a:xfrm>
          <a:custGeom>
            <a:avLst/>
            <a:gdLst>
              <a:gd name="connsiteX0" fmla="*/ 0 w 2017486"/>
              <a:gd name="connsiteY0" fmla="*/ 0 h 2820596"/>
              <a:gd name="connsiteX1" fmla="*/ 2017486 w 2017486"/>
              <a:gd name="connsiteY1" fmla="*/ 0 h 2820596"/>
              <a:gd name="connsiteX2" fmla="*/ 2017486 w 2017486"/>
              <a:gd name="connsiteY2" fmla="*/ 2820596 h 2820596"/>
              <a:gd name="connsiteX3" fmla="*/ 0 w 2017486"/>
              <a:gd name="connsiteY3" fmla="*/ 2820596 h 2820596"/>
            </a:gdLst>
            <a:ahLst/>
            <a:cxnLst>
              <a:cxn ang="0">
                <a:pos x="connsiteX0" y="connsiteY0"/>
              </a:cxn>
              <a:cxn ang="0">
                <a:pos x="connsiteX1" y="connsiteY1"/>
              </a:cxn>
              <a:cxn ang="0">
                <a:pos x="connsiteX2" y="connsiteY2"/>
              </a:cxn>
              <a:cxn ang="0">
                <a:pos x="connsiteX3" y="connsiteY3"/>
              </a:cxn>
            </a:cxnLst>
            <a:rect l="l" t="t" r="r" b="b"/>
            <a:pathLst>
              <a:path w="2017486" h="2820596">
                <a:moveTo>
                  <a:pt x="0" y="0"/>
                </a:moveTo>
                <a:lnTo>
                  <a:pt x="2017486" y="0"/>
                </a:lnTo>
                <a:lnTo>
                  <a:pt x="2017486" y="2820596"/>
                </a:lnTo>
                <a:lnTo>
                  <a:pt x="0" y="2820596"/>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3" name="Picture Placeholder 22"/>
          <p:cNvSpPr>
            <a:spLocks noGrp="1"/>
          </p:cNvSpPr>
          <p:nvPr>
            <p:ph type="pic" sz="quarter" idx="16"/>
          </p:nvPr>
        </p:nvSpPr>
        <p:spPr>
          <a:xfrm>
            <a:off x="5675085" y="3064947"/>
            <a:ext cx="2017486" cy="2820596"/>
          </a:xfrm>
          <a:custGeom>
            <a:avLst/>
            <a:gdLst>
              <a:gd name="connsiteX0" fmla="*/ 0 w 2017486"/>
              <a:gd name="connsiteY0" fmla="*/ 0 h 2820596"/>
              <a:gd name="connsiteX1" fmla="*/ 2017486 w 2017486"/>
              <a:gd name="connsiteY1" fmla="*/ 0 h 2820596"/>
              <a:gd name="connsiteX2" fmla="*/ 2017486 w 2017486"/>
              <a:gd name="connsiteY2" fmla="*/ 2820596 h 2820596"/>
              <a:gd name="connsiteX3" fmla="*/ 0 w 2017486"/>
              <a:gd name="connsiteY3" fmla="*/ 2820596 h 2820596"/>
            </a:gdLst>
            <a:ahLst/>
            <a:cxnLst>
              <a:cxn ang="0">
                <a:pos x="connsiteX0" y="connsiteY0"/>
              </a:cxn>
              <a:cxn ang="0">
                <a:pos x="connsiteX1" y="connsiteY1"/>
              </a:cxn>
              <a:cxn ang="0">
                <a:pos x="connsiteX2" y="connsiteY2"/>
              </a:cxn>
              <a:cxn ang="0">
                <a:pos x="connsiteX3" y="connsiteY3"/>
              </a:cxn>
            </a:cxnLst>
            <a:rect l="l" t="t" r="r" b="b"/>
            <a:pathLst>
              <a:path w="2017486" h="2820596">
                <a:moveTo>
                  <a:pt x="0" y="0"/>
                </a:moveTo>
                <a:lnTo>
                  <a:pt x="2017486" y="0"/>
                </a:lnTo>
                <a:lnTo>
                  <a:pt x="2017486" y="2820596"/>
                </a:lnTo>
                <a:lnTo>
                  <a:pt x="0" y="2820596"/>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28613166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24" name="Picture Placeholder 23"/>
          <p:cNvSpPr>
            <a:spLocks noGrp="1"/>
          </p:cNvSpPr>
          <p:nvPr>
            <p:ph type="pic" sz="quarter" idx="14"/>
          </p:nvPr>
        </p:nvSpPr>
        <p:spPr>
          <a:xfrm>
            <a:off x="3264152" y="1289957"/>
            <a:ext cx="2714171" cy="2594429"/>
          </a:xfrm>
          <a:custGeom>
            <a:avLst/>
            <a:gdLst>
              <a:gd name="connsiteX0" fmla="*/ 0 w 2714171"/>
              <a:gd name="connsiteY0" fmla="*/ 0 h 2594429"/>
              <a:gd name="connsiteX1" fmla="*/ 2714171 w 2714171"/>
              <a:gd name="connsiteY1" fmla="*/ 0 h 2594429"/>
              <a:gd name="connsiteX2" fmla="*/ 2714171 w 2714171"/>
              <a:gd name="connsiteY2" fmla="*/ 2594429 h 2594429"/>
              <a:gd name="connsiteX3" fmla="*/ 0 w 2714171"/>
              <a:gd name="connsiteY3" fmla="*/ 2594429 h 2594429"/>
            </a:gdLst>
            <a:ahLst/>
            <a:cxnLst>
              <a:cxn ang="0">
                <a:pos x="connsiteX0" y="connsiteY0"/>
              </a:cxn>
              <a:cxn ang="0">
                <a:pos x="connsiteX1" y="connsiteY1"/>
              </a:cxn>
              <a:cxn ang="0">
                <a:pos x="connsiteX2" y="connsiteY2"/>
              </a:cxn>
              <a:cxn ang="0">
                <a:pos x="connsiteX3" y="connsiteY3"/>
              </a:cxn>
            </a:cxnLst>
            <a:rect l="l" t="t" r="r" b="b"/>
            <a:pathLst>
              <a:path w="2714171" h="2594429">
                <a:moveTo>
                  <a:pt x="0" y="0"/>
                </a:moveTo>
                <a:lnTo>
                  <a:pt x="2714171" y="0"/>
                </a:lnTo>
                <a:lnTo>
                  <a:pt x="2714171" y="2594429"/>
                </a:lnTo>
                <a:lnTo>
                  <a:pt x="0" y="2594429"/>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3" name="Picture Placeholder 22"/>
          <p:cNvSpPr>
            <a:spLocks noGrp="1"/>
          </p:cNvSpPr>
          <p:nvPr>
            <p:ph type="pic" sz="quarter" idx="15"/>
          </p:nvPr>
        </p:nvSpPr>
        <p:spPr>
          <a:xfrm>
            <a:off x="0" y="2973615"/>
            <a:ext cx="3017408" cy="1709057"/>
          </a:xfrm>
          <a:custGeom>
            <a:avLst/>
            <a:gdLst>
              <a:gd name="connsiteX0" fmla="*/ 0 w 3017408"/>
              <a:gd name="connsiteY0" fmla="*/ 0 h 1709057"/>
              <a:gd name="connsiteX1" fmla="*/ 3017408 w 3017408"/>
              <a:gd name="connsiteY1" fmla="*/ 0 h 1709057"/>
              <a:gd name="connsiteX2" fmla="*/ 3017408 w 3017408"/>
              <a:gd name="connsiteY2" fmla="*/ 1709057 h 1709057"/>
              <a:gd name="connsiteX3" fmla="*/ 0 w 3017408"/>
              <a:gd name="connsiteY3" fmla="*/ 1709057 h 1709057"/>
            </a:gdLst>
            <a:ahLst/>
            <a:cxnLst>
              <a:cxn ang="0">
                <a:pos x="connsiteX0" y="connsiteY0"/>
              </a:cxn>
              <a:cxn ang="0">
                <a:pos x="connsiteX1" y="connsiteY1"/>
              </a:cxn>
              <a:cxn ang="0">
                <a:pos x="connsiteX2" y="connsiteY2"/>
              </a:cxn>
              <a:cxn ang="0">
                <a:pos x="connsiteX3" y="connsiteY3"/>
              </a:cxn>
            </a:cxnLst>
            <a:rect l="l" t="t" r="r" b="b"/>
            <a:pathLst>
              <a:path w="3017408" h="1709057">
                <a:moveTo>
                  <a:pt x="0" y="0"/>
                </a:moveTo>
                <a:lnTo>
                  <a:pt x="3017408" y="0"/>
                </a:lnTo>
                <a:lnTo>
                  <a:pt x="3017408" y="1709057"/>
                </a:lnTo>
                <a:lnTo>
                  <a:pt x="0" y="1709057"/>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5" name="Picture Placeholder 24"/>
          <p:cNvSpPr>
            <a:spLocks noGrp="1"/>
          </p:cNvSpPr>
          <p:nvPr>
            <p:ph type="pic" sz="quarter" idx="16"/>
          </p:nvPr>
        </p:nvSpPr>
        <p:spPr>
          <a:xfrm>
            <a:off x="6225066" y="3398077"/>
            <a:ext cx="2714171" cy="2594429"/>
          </a:xfrm>
          <a:custGeom>
            <a:avLst/>
            <a:gdLst>
              <a:gd name="connsiteX0" fmla="*/ 0 w 2714171"/>
              <a:gd name="connsiteY0" fmla="*/ 0 h 2594429"/>
              <a:gd name="connsiteX1" fmla="*/ 2714171 w 2714171"/>
              <a:gd name="connsiteY1" fmla="*/ 0 h 2594429"/>
              <a:gd name="connsiteX2" fmla="*/ 2714171 w 2714171"/>
              <a:gd name="connsiteY2" fmla="*/ 2594429 h 2594429"/>
              <a:gd name="connsiteX3" fmla="*/ 0 w 2714171"/>
              <a:gd name="connsiteY3" fmla="*/ 2594429 h 2594429"/>
            </a:gdLst>
            <a:ahLst/>
            <a:cxnLst>
              <a:cxn ang="0">
                <a:pos x="connsiteX0" y="connsiteY0"/>
              </a:cxn>
              <a:cxn ang="0">
                <a:pos x="connsiteX1" y="connsiteY1"/>
              </a:cxn>
              <a:cxn ang="0">
                <a:pos x="connsiteX2" y="connsiteY2"/>
              </a:cxn>
              <a:cxn ang="0">
                <a:pos x="connsiteX3" y="connsiteY3"/>
              </a:cxn>
            </a:cxnLst>
            <a:rect l="l" t="t" r="r" b="b"/>
            <a:pathLst>
              <a:path w="2714171" h="2594429">
                <a:moveTo>
                  <a:pt x="0" y="0"/>
                </a:moveTo>
                <a:lnTo>
                  <a:pt x="2714171" y="0"/>
                </a:lnTo>
                <a:lnTo>
                  <a:pt x="2714171" y="2594429"/>
                </a:lnTo>
                <a:lnTo>
                  <a:pt x="0" y="2594429"/>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6" name="Picture Placeholder 25"/>
          <p:cNvSpPr>
            <a:spLocks noGrp="1"/>
          </p:cNvSpPr>
          <p:nvPr>
            <p:ph type="pic" sz="quarter" idx="17"/>
          </p:nvPr>
        </p:nvSpPr>
        <p:spPr>
          <a:xfrm>
            <a:off x="9185980" y="2186215"/>
            <a:ext cx="3006020" cy="1698171"/>
          </a:xfrm>
          <a:custGeom>
            <a:avLst/>
            <a:gdLst>
              <a:gd name="connsiteX0" fmla="*/ 0 w 3006020"/>
              <a:gd name="connsiteY0" fmla="*/ 0 h 1698171"/>
              <a:gd name="connsiteX1" fmla="*/ 3006020 w 3006020"/>
              <a:gd name="connsiteY1" fmla="*/ 0 h 1698171"/>
              <a:gd name="connsiteX2" fmla="*/ 3006020 w 3006020"/>
              <a:gd name="connsiteY2" fmla="*/ 1698171 h 1698171"/>
              <a:gd name="connsiteX3" fmla="*/ 0 w 3006020"/>
              <a:gd name="connsiteY3" fmla="*/ 1698171 h 1698171"/>
            </a:gdLst>
            <a:ahLst/>
            <a:cxnLst>
              <a:cxn ang="0">
                <a:pos x="connsiteX0" y="connsiteY0"/>
              </a:cxn>
              <a:cxn ang="0">
                <a:pos x="connsiteX1" y="connsiteY1"/>
              </a:cxn>
              <a:cxn ang="0">
                <a:pos x="connsiteX2" y="connsiteY2"/>
              </a:cxn>
              <a:cxn ang="0">
                <a:pos x="connsiteX3" y="connsiteY3"/>
              </a:cxn>
            </a:cxnLst>
            <a:rect l="l" t="t" r="r" b="b"/>
            <a:pathLst>
              <a:path w="3006020" h="1698171">
                <a:moveTo>
                  <a:pt x="0" y="0"/>
                </a:moveTo>
                <a:lnTo>
                  <a:pt x="3006020" y="0"/>
                </a:lnTo>
                <a:lnTo>
                  <a:pt x="3006020" y="1698171"/>
                </a:lnTo>
                <a:lnTo>
                  <a:pt x="0" y="1698171"/>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32060836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19" name="Picture Placeholder 18"/>
          <p:cNvSpPr>
            <a:spLocks noGrp="1"/>
          </p:cNvSpPr>
          <p:nvPr>
            <p:ph type="pic" sz="quarter" idx="15"/>
          </p:nvPr>
        </p:nvSpPr>
        <p:spPr>
          <a:xfrm>
            <a:off x="1" y="1600200"/>
            <a:ext cx="2653571" cy="3657600"/>
          </a:xfrm>
          <a:custGeom>
            <a:avLst/>
            <a:gdLst>
              <a:gd name="connsiteX0" fmla="*/ 0 w 2653571"/>
              <a:gd name="connsiteY0" fmla="*/ 0 h 3657600"/>
              <a:gd name="connsiteX1" fmla="*/ 2653571 w 2653571"/>
              <a:gd name="connsiteY1" fmla="*/ 0 h 3657600"/>
              <a:gd name="connsiteX2" fmla="*/ 2653571 w 2653571"/>
              <a:gd name="connsiteY2" fmla="*/ 3657600 h 3657600"/>
              <a:gd name="connsiteX3" fmla="*/ 0 w 2653571"/>
              <a:gd name="connsiteY3" fmla="*/ 3657600 h 3657600"/>
            </a:gdLst>
            <a:ahLst/>
            <a:cxnLst>
              <a:cxn ang="0">
                <a:pos x="connsiteX0" y="connsiteY0"/>
              </a:cxn>
              <a:cxn ang="0">
                <a:pos x="connsiteX1" y="connsiteY1"/>
              </a:cxn>
              <a:cxn ang="0">
                <a:pos x="connsiteX2" y="connsiteY2"/>
              </a:cxn>
              <a:cxn ang="0">
                <a:pos x="connsiteX3" y="connsiteY3"/>
              </a:cxn>
            </a:cxnLst>
            <a:rect l="l" t="t" r="r" b="b"/>
            <a:pathLst>
              <a:path w="2653571" h="3657600">
                <a:moveTo>
                  <a:pt x="0" y="0"/>
                </a:moveTo>
                <a:lnTo>
                  <a:pt x="2653571" y="0"/>
                </a:lnTo>
                <a:lnTo>
                  <a:pt x="2653571" y="3657600"/>
                </a:lnTo>
                <a:lnTo>
                  <a:pt x="0" y="36576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0" name="Picture Placeholder 19"/>
          <p:cNvSpPr>
            <a:spLocks noGrp="1"/>
          </p:cNvSpPr>
          <p:nvPr>
            <p:ph type="pic" sz="quarter" idx="16"/>
          </p:nvPr>
        </p:nvSpPr>
        <p:spPr>
          <a:xfrm>
            <a:off x="2928080" y="1600200"/>
            <a:ext cx="2653571" cy="3657600"/>
          </a:xfrm>
          <a:custGeom>
            <a:avLst/>
            <a:gdLst>
              <a:gd name="connsiteX0" fmla="*/ 0 w 2653571"/>
              <a:gd name="connsiteY0" fmla="*/ 0 h 3657600"/>
              <a:gd name="connsiteX1" fmla="*/ 2653571 w 2653571"/>
              <a:gd name="connsiteY1" fmla="*/ 0 h 3657600"/>
              <a:gd name="connsiteX2" fmla="*/ 2653571 w 2653571"/>
              <a:gd name="connsiteY2" fmla="*/ 3657600 h 3657600"/>
              <a:gd name="connsiteX3" fmla="*/ 0 w 2653571"/>
              <a:gd name="connsiteY3" fmla="*/ 3657600 h 3657600"/>
            </a:gdLst>
            <a:ahLst/>
            <a:cxnLst>
              <a:cxn ang="0">
                <a:pos x="connsiteX0" y="connsiteY0"/>
              </a:cxn>
              <a:cxn ang="0">
                <a:pos x="connsiteX1" y="connsiteY1"/>
              </a:cxn>
              <a:cxn ang="0">
                <a:pos x="connsiteX2" y="connsiteY2"/>
              </a:cxn>
              <a:cxn ang="0">
                <a:pos x="connsiteX3" y="connsiteY3"/>
              </a:cxn>
            </a:cxnLst>
            <a:rect l="l" t="t" r="r" b="b"/>
            <a:pathLst>
              <a:path w="2653571" h="3657600">
                <a:moveTo>
                  <a:pt x="0" y="0"/>
                </a:moveTo>
                <a:lnTo>
                  <a:pt x="2653571" y="0"/>
                </a:lnTo>
                <a:lnTo>
                  <a:pt x="2653571" y="3657600"/>
                </a:lnTo>
                <a:lnTo>
                  <a:pt x="0" y="36576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40808925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16" name="Picture Placeholder 15"/>
          <p:cNvSpPr>
            <a:spLocks noGrp="1"/>
          </p:cNvSpPr>
          <p:nvPr>
            <p:ph type="pic" sz="quarter" idx="16"/>
          </p:nvPr>
        </p:nvSpPr>
        <p:spPr>
          <a:xfrm>
            <a:off x="6083300" y="1638301"/>
            <a:ext cx="4498975" cy="2428874"/>
          </a:xfrm>
          <a:custGeom>
            <a:avLst/>
            <a:gdLst>
              <a:gd name="connsiteX0" fmla="*/ 0 w 2653571"/>
              <a:gd name="connsiteY0" fmla="*/ 0 h 3657600"/>
              <a:gd name="connsiteX1" fmla="*/ 2653571 w 2653571"/>
              <a:gd name="connsiteY1" fmla="*/ 0 h 3657600"/>
              <a:gd name="connsiteX2" fmla="*/ 2653571 w 2653571"/>
              <a:gd name="connsiteY2" fmla="*/ 3657600 h 3657600"/>
              <a:gd name="connsiteX3" fmla="*/ 0 w 2653571"/>
              <a:gd name="connsiteY3" fmla="*/ 3657600 h 3657600"/>
            </a:gdLst>
            <a:ahLst/>
            <a:cxnLst>
              <a:cxn ang="0">
                <a:pos x="connsiteX0" y="connsiteY0"/>
              </a:cxn>
              <a:cxn ang="0">
                <a:pos x="connsiteX1" y="connsiteY1"/>
              </a:cxn>
              <a:cxn ang="0">
                <a:pos x="connsiteX2" y="connsiteY2"/>
              </a:cxn>
              <a:cxn ang="0">
                <a:pos x="connsiteX3" y="connsiteY3"/>
              </a:cxn>
            </a:cxnLst>
            <a:rect l="l" t="t" r="r" b="b"/>
            <a:pathLst>
              <a:path w="2653571" h="3657600">
                <a:moveTo>
                  <a:pt x="0" y="0"/>
                </a:moveTo>
                <a:lnTo>
                  <a:pt x="2653571" y="0"/>
                </a:lnTo>
                <a:lnTo>
                  <a:pt x="2653571" y="3657600"/>
                </a:lnTo>
                <a:lnTo>
                  <a:pt x="0" y="36576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4587030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18" name="Picture Placeholder 17"/>
          <p:cNvSpPr>
            <a:spLocks noGrp="1"/>
          </p:cNvSpPr>
          <p:nvPr>
            <p:ph type="pic" sz="quarter" idx="16"/>
          </p:nvPr>
        </p:nvSpPr>
        <p:spPr>
          <a:xfrm>
            <a:off x="1521618" y="2598421"/>
            <a:ext cx="2402681" cy="1528286"/>
          </a:xfrm>
          <a:custGeom>
            <a:avLst/>
            <a:gdLst>
              <a:gd name="connsiteX0" fmla="*/ 0 w 2653571"/>
              <a:gd name="connsiteY0" fmla="*/ 0 h 3657600"/>
              <a:gd name="connsiteX1" fmla="*/ 2653571 w 2653571"/>
              <a:gd name="connsiteY1" fmla="*/ 0 h 3657600"/>
              <a:gd name="connsiteX2" fmla="*/ 2653571 w 2653571"/>
              <a:gd name="connsiteY2" fmla="*/ 3657600 h 3657600"/>
              <a:gd name="connsiteX3" fmla="*/ 0 w 2653571"/>
              <a:gd name="connsiteY3" fmla="*/ 3657600 h 3657600"/>
            </a:gdLst>
            <a:ahLst/>
            <a:cxnLst>
              <a:cxn ang="0">
                <a:pos x="connsiteX0" y="connsiteY0"/>
              </a:cxn>
              <a:cxn ang="0">
                <a:pos x="connsiteX1" y="connsiteY1"/>
              </a:cxn>
              <a:cxn ang="0">
                <a:pos x="connsiteX2" y="connsiteY2"/>
              </a:cxn>
              <a:cxn ang="0">
                <a:pos x="connsiteX3" y="connsiteY3"/>
              </a:cxn>
            </a:cxnLst>
            <a:rect l="l" t="t" r="r" b="b"/>
            <a:pathLst>
              <a:path w="2653571" h="3657600">
                <a:moveTo>
                  <a:pt x="0" y="0"/>
                </a:moveTo>
                <a:lnTo>
                  <a:pt x="2653571" y="0"/>
                </a:lnTo>
                <a:lnTo>
                  <a:pt x="2653571" y="3657600"/>
                </a:lnTo>
                <a:lnTo>
                  <a:pt x="0" y="36576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19" name="Picture Placeholder 18"/>
          <p:cNvSpPr>
            <a:spLocks noGrp="1"/>
          </p:cNvSpPr>
          <p:nvPr>
            <p:ph type="pic" sz="quarter" idx="17"/>
          </p:nvPr>
        </p:nvSpPr>
        <p:spPr>
          <a:xfrm>
            <a:off x="4894658" y="2598421"/>
            <a:ext cx="2402681" cy="1528286"/>
          </a:xfrm>
          <a:custGeom>
            <a:avLst/>
            <a:gdLst>
              <a:gd name="connsiteX0" fmla="*/ 0 w 2653571"/>
              <a:gd name="connsiteY0" fmla="*/ 0 h 3657600"/>
              <a:gd name="connsiteX1" fmla="*/ 2653571 w 2653571"/>
              <a:gd name="connsiteY1" fmla="*/ 0 h 3657600"/>
              <a:gd name="connsiteX2" fmla="*/ 2653571 w 2653571"/>
              <a:gd name="connsiteY2" fmla="*/ 3657600 h 3657600"/>
              <a:gd name="connsiteX3" fmla="*/ 0 w 2653571"/>
              <a:gd name="connsiteY3" fmla="*/ 3657600 h 3657600"/>
            </a:gdLst>
            <a:ahLst/>
            <a:cxnLst>
              <a:cxn ang="0">
                <a:pos x="connsiteX0" y="connsiteY0"/>
              </a:cxn>
              <a:cxn ang="0">
                <a:pos x="connsiteX1" y="connsiteY1"/>
              </a:cxn>
              <a:cxn ang="0">
                <a:pos x="connsiteX2" y="connsiteY2"/>
              </a:cxn>
              <a:cxn ang="0">
                <a:pos x="connsiteX3" y="connsiteY3"/>
              </a:cxn>
            </a:cxnLst>
            <a:rect l="l" t="t" r="r" b="b"/>
            <a:pathLst>
              <a:path w="2653571" h="3657600">
                <a:moveTo>
                  <a:pt x="0" y="0"/>
                </a:moveTo>
                <a:lnTo>
                  <a:pt x="2653571" y="0"/>
                </a:lnTo>
                <a:lnTo>
                  <a:pt x="2653571" y="3657600"/>
                </a:lnTo>
                <a:lnTo>
                  <a:pt x="0" y="36576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0" name="Picture Placeholder 19"/>
          <p:cNvSpPr>
            <a:spLocks noGrp="1"/>
          </p:cNvSpPr>
          <p:nvPr>
            <p:ph type="pic" sz="quarter" idx="18"/>
          </p:nvPr>
        </p:nvSpPr>
        <p:spPr>
          <a:xfrm>
            <a:off x="8268693" y="2598421"/>
            <a:ext cx="2402681" cy="1528286"/>
          </a:xfrm>
          <a:custGeom>
            <a:avLst/>
            <a:gdLst>
              <a:gd name="connsiteX0" fmla="*/ 0 w 2653571"/>
              <a:gd name="connsiteY0" fmla="*/ 0 h 3657600"/>
              <a:gd name="connsiteX1" fmla="*/ 2653571 w 2653571"/>
              <a:gd name="connsiteY1" fmla="*/ 0 h 3657600"/>
              <a:gd name="connsiteX2" fmla="*/ 2653571 w 2653571"/>
              <a:gd name="connsiteY2" fmla="*/ 3657600 h 3657600"/>
              <a:gd name="connsiteX3" fmla="*/ 0 w 2653571"/>
              <a:gd name="connsiteY3" fmla="*/ 3657600 h 3657600"/>
            </a:gdLst>
            <a:ahLst/>
            <a:cxnLst>
              <a:cxn ang="0">
                <a:pos x="connsiteX0" y="connsiteY0"/>
              </a:cxn>
              <a:cxn ang="0">
                <a:pos x="connsiteX1" y="connsiteY1"/>
              </a:cxn>
              <a:cxn ang="0">
                <a:pos x="connsiteX2" y="connsiteY2"/>
              </a:cxn>
              <a:cxn ang="0">
                <a:pos x="connsiteX3" y="connsiteY3"/>
              </a:cxn>
            </a:cxnLst>
            <a:rect l="l" t="t" r="r" b="b"/>
            <a:pathLst>
              <a:path w="2653571" h="3657600">
                <a:moveTo>
                  <a:pt x="0" y="0"/>
                </a:moveTo>
                <a:lnTo>
                  <a:pt x="2653571" y="0"/>
                </a:lnTo>
                <a:lnTo>
                  <a:pt x="2653571" y="3657600"/>
                </a:lnTo>
                <a:lnTo>
                  <a:pt x="0" y="36576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41048735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18" name="Picture Placeholder 17"/>
          <p:cNvSpPr>
            <a:spLocks noGrp="1"/>
          </p:cNvSpPr>
          <p:nvPr>
            <p:ph type="pic" sz="quarter" idx="16"/>
          </p:nvPr>
        </p:nvSpPr>
        <p:spPr>
          <a:xfrm>
            <a:off x="952501" y="1348740"/>
            <a:ext cx="1988819" cy="4130040"/>
          </a:xfrm>
          <a:custGeom>
            <a:avLst/>
            <a:gdLst>
              <a:gd name="connsiteX0" fmla="*/ 0 w 2653571"/>
              <a:gd name="connsiteY0" fmla="*/ 0 h 3657600"/>
              <a:gd name="connsiteX1" fmla="*/ 2653571 w 2653571"/>
              <a:gd name="connsiteY1" fmla="*/ 0 h 3657600"/>
              <a:gd name="connsiteX2" fmla="*/ 2653571 w 2653571"/>
              <a:gd name="connsiteY2" fmla="*/ 3657600 h 3657600"/>
              <a:gd name="connsiteX3" fmla="*/ 0 w 2653571"/>
              <a:gd name="connsiteY3" fmla="*/ 3657600 h 3657600"/>
            </a:gdLst>
            <a:ahLst/>
            <a:cxnLst>
              <a:cxn ang="0">
                <a:pos x="connsiteX0" y="connsiteY0"/>
              </a:cxn>
              <a:cxn ang="0">
                <a:pos x="connsiteX1" y="connsiteY1"/>
              </a:cxn>
              <a:cxn ang="0">
                <a:pos x="connsiteX2" y="connsiteY2"/>
              </a:cxn>
              <a:cxn ang="0">
                <a:pos x="connsiteX3" y="connsiteY3"/>
              </a:cxn>
            </a:cxnLst>
            <a:rect l="l" t="t" r="r" b="b"/>
            <a:pathLst>
              <a:path w="2653571" h="3657600">
                <a:moveTo>
                  <a:pt x="0" y="0"/>
                </a:moveTo>
                <a:lnTo>
                  <a:pt x="2653571" y="0"/>
                </a:lnTo>
                <a:lnTo>
                  <a:pt x="2653571" y="3657600"/>
                </a:lnTo>
                <a:lnTo>
                  <a:pt x="0" y="36576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19" name="Picture Placeholder 18"/>
          <p:cNvSpPr>
            <a:spLocks noGrp="1"/>
          </p:cNvSpPr>
          <p:nvPr>
            <p:ph type="pic" sz="quarter" idx="17"/>
          </p:nvPr>
        </p:nvSpPr>
        <p:spPr>
          <a:xfrm>
            <a:off x="8185891" y="1348740"/>
            <a:ext cx="1988819" cy="4130040"/>
          </a:xfrm>
          <a:custGeom>
            <a:avLst/>
            <a:gdLst>
              <a:gd name="connsiteX0" fmla="*/ 0 w 2653571"/>
              <a:gd name="connsiteY0" fmla="*/ 0 h 3657600"/>
              <a:gd name="connsiteX1" fmla="*/ 2653571 w 2653571"/>
              <a:gd name="connsiteY1" fmla="*/ 0 h 3657600"/>
              <a:gd name="connsiteX2" fmla="*/ 2653571 w 2653571"/>
              <a:gd name="connsiteY2" fmla="*/ 3657600 h 3657600"/>
              <a:gd name="connsiteX3" fmla="*/ 0 w 2653571"/>
              <a:gd name="connsiteY3" fmla="*/ 3657600 h 3657600"/>
            </a:gdLst>
            <a:ahLst/>
            <a:cxnLst>
              <a:cxn ang="0">
                <a:pos x="connsiteX0" y="connsiteY0"/>
              </a:cxn>
              <a:cxn ang="0">
                <a:pos x="connsiteX1" y="connsiteY1"/>
              </a:cxn>
              <a:cxn ang="0">
                <a:pos x="connsiteX2" y="connsiteY2"/>
              </a:cxn>
              <a:cxn ang="0">
                <a:pos x="connsiteX3" y="connsiteY3"/>
              </a:cxn>
            </a:cxnLst>
            <a:rect l="l" t="t" r="r" b="b"/>
            <a:pathLst>
              <a:path w="2653571" h="3657600">
                <a:moveTo>
                  <a:pt x="0" y="0"/>
                </a:moveTo>
                <a:lnTo>
                  <a:pt x="2653571" y="0"/>
                </a:lnTo>
                <a:lnTo>
                  <a:pt x="2653571" y="3657600"/>
                </a:lnTo>
                <a:lnTo>
                  <a:pt x="0" y="36576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
        <p:nvSpPr>
          <p:cNvPr id="20" name="Picture Placeholder 19"/>
          <p:cNvSpPr>
            <a:spLocks noGrp="1"/>
          </p:cNvSpPr>
          <p:nvPr>
            <p:ph type="pic" sz="quarter" idx="18"/>
          </p:nvPr>
        </p:nvSpPr>
        <p:spPr>
          <a:xfrm>
            <a:off x="10713191" y="1348740"/>
            <a:ext cx="1478809" cy="4130040"/>
          </a:xfrm>
          <a:custGeom>
            <a:avLst/>
            <a:gdLst>
              <a:gd name="connsiteX0" fmla="*/ 0 w 2653571"/>
              <a:gd name="connsiteY0" fmla="*/ 0 h 3657600"/>
              <a:gd name="connsiteX1" fmla="*/ 2653571 w 2653571"/>
              <a:gd name="connsiteY1" fmla="*/ 0 h 3657600"/>
              <a:gd name="connsiteX2" fmla="*/ 2653571 w 2653571"/>
              <a:gd name="connsiteY2" fmla="*/ 3657600 h 3657600"/>
              <a:gd name="connsiteX3" fmla="*/ 0 w 2653571"/>
              <a:gd name="connsiteY3" fmla="*/ 3657600 h 3657600"/>
            </a:gdLst>
            <a:ahLst/>
            <a:cxnLst>
              <a:cxn ang="0">
                <a:pos x="connsiteX0" y="connsiteY0"/>
              </a:cxn>
              <a:cxn ang="0">
                <a:pos x="connsiteX1" y="connsiteY1"/>
              </a:cxn>
              <a:cxn ang="0">
                <a:pos x="connsiteX2" y="connsiteY2"/>
              </a:cxn>
              <a:cxn ang="0">
                <a:pos x="connsiteX3" y="connsiteY3"/>
              </a:cxn>
            </a:cxnLst>
            <a:rect l="l" t="t" r="r" b="b"/>
            <a:pathLst>
              <a:path w="2653571" h="3657600">
                <a:moveTo>
                  <a:pt x="0" y="0"/>
                </a:moveTo>
                <a:lnTo>
                  <a:pt x="2653571" y="0"/>
                </a:lnTo>
                <a:lnTo>
                  <a:pt x="2653571" y="3657600"/>
                </a:lnTo>
                <a:lnTo>
                  <a:pt x="0" y="3657600"/>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20737002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17" name="Picture Placeholder 16"/>
          <p:cNvSpPr>
            <a:spLocks noGrp="1"/>
          </p:cNvSpPr>
          <p:nvPr>
            <p:ph type="pic" sz="quarter" idx="16"/>
          </p:nvPr>
        </p:nvSpPr>
        <p:spPr>
          <a:xfrm>
            <a:off x="6850743" y="1084943"/>
            <a:ext cx="4093029" cy="4688114"/>
          </a:xfrm>
          <a:custGeom>
            <a:avLst/>
            <a:gdLst>
              <a:gd name="connsiteX0" fmla="*/ 0 w 4093029"/>
              <a:gd name="connsiteY0" fmla="*/ 0 h 4688114"/>
              <a:gd name="connsiteX1" fmla="*/ 4093029 w 4093029"/>
              <a:gd name="connsiteY1" fmla="*/ 0 h 4688114"/>
              <a:gd name="connsiteX2" fmla="*/ 4093029 w 4093029"/>
              <a:gd name="connsiteY2" fmla="*/ 4688114 h 4688114"/>
              <a:gd name="connsiteX3" fmla="*/ 0 w 4093029"/>
              <a:gd name="connsiteY3" fmla="*/ 4688114 h 4688114"/>
            </a:gdLst>
            <a:ahLst/>
            <a:cxnLst>
              <a:cxn ang="0">
                <a:pos x="connsiteX0" y="connsiteY0"/>
              </a:cxn>
              <a:cxn ang="0">
                <a:pos x="connsiteX1" y="connsiteY1"/>
              </a:cxn>
              <a:cxn ang="0">
                <a:pos x="connsiteX2" y="connsiteY2"/>
              </a:cxn>
              <a:cxn ang="0">
                <a:pos x="connsiteX3" y="connsiteY3"/>
              </a:cxn>
            </a:cxnLst>
            <a:rect l="l" t="t" r="r" b="b"/>
            <a:pathLst>
              <a:path w="4093029" h="4688114">
                <a:moveTo>
                  <a:pt x="0" y="0"/>
                </a:moveTo>
                <a:lnTo>
                  <a:pt x="4093029" y="0"/>
                </a:lnTo>
                <a:lnTo>
                  <a:pt x="4093029" y="4688114"/>
                </a:lnTo>
                <a:lnTo>
                  <a:pt x="0" y="4688114"/>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27157459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17" name="Picture Placeholder 16"/>
          <p:cNvSpPr>
            <a:spLocks noGrp="1"/>
          </p:cNvSpPr>
          <p:nvPr>
            <p:ph type="pic" sz="quarter" idx="16"/>
          </p:nvPr>
        </p:nvSpPr>
        <p:spPr>
          <a:xfrm>
            <a:off x="2924175" y="1352552"/>
            <a:ext cx="6343650" cy="2995461"/>
          </a:xfrm>
          <a:custGeom>
            <a:avLst/>
            <a:gdLst>
              <a:gd name="connsiteX0" fmla="*/ 0 w 6343650"/>
              <a:gd name="connsiteY0" fmla="*/ 0 h 2995461"/>
              <a:gd name="connsiteX1" fmla="*/ 6343650 w 6343650"/>
              <a:gd name="connsiteY1" fmla="*/ 0 h 2995461"/>
              <a:gd name="connsiteX2" fmla="*/ 6343650 w 6343650"/>
              <a:gd name="connsiteY2" fmla="*/ 2995461 h 2995461"/>
              <a:gd name="connsiteX3" fmla="*/ 0 w 6343650"/>
              <a:gd name="connsiteY3" fmla="*/ 2995461 h 2995461"/>
            </a:gdLst>
            <a:ahLst/>
            <a:cxnLst>
              <a:cxn ang="0">
                <a:pos x="connsiteX0" y="connsiteY0"/>
              </a:cxn>
              <a:cxn ang="0">
                <a:pos x="connsiteX1" y="connsiteY1"/>
              </a:cxn>
              <a:cxn ang="0">
                <a:pos x="connsiteX2" y="connsiteY2"/>
              </a:cxn>
              <a:cxn ang="0">
                <a:pos x="connsiteX3" y="connsiteY3"/>
              </a:cxn>
            </a:cxnLst>
            <a:rect l="l" t="t" r="r" b="b"/>
            <a:pathLst>
              <a:path w="6343650" h="2995461">
                <a:moveTo>
                  <a:pt x="0" y="0"/>
                </a:moveTo>
                <a:lnTo>
                  <a:pt x="6343650" y="0"/>
                </a:lnTo>
                <a:lnTo>
                  <a:pt x="6343650" y="2995461"/>
                </a:lnTo>
                <a:lnTo>
                  <a:pt x="0" y="2995461"/>
                </a:lnTo>
                <a:close/>
              </a:path>
            </a:pathLst>
          </a:custGeom>
          <a:pattFill prst="solidDmnd">
            <a:fgClr>
              <a:schemeClr val="bg1">
                <a:lumMod val="95000"/>
              </a:schemeClr>
            </a:fgClr>
            <a:bgClr>
              <a:schemeClr val="bg1"/>
            </a:bgClr>
          </a:pattFill>
        </p:spPr>
        <p:txBody>
          <a:bodyPr wrap="square" anchor="ctr">
            <a:noAutofit/>
          </a:bodyPr>
          <a:lstStyle>
            <a:lvl1pPr algn="ctr">
              <a:defRPr sz="1100"/>
            </a:lvl1pPr>
          </a:lstStyle>
          <a:p>
            <a:endParaRPr lang="en-US" dirty="0"/>
          </a:p>
        </p:txBody>
      </p:sp>
    </p:spTree>
    <p:extLst>
      <p:ext uri="{BB962C8B-B14F-4D97-AF65-F5344CB8AC3E}">
        <p14:creationId xmlns:p14="http://schemas.microsoft.com/office/powerpoint/2010/main" val="15216248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914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extBox 7"/>
          <p:cNvSpPr txBox="1"/>
          <p:nvPr/>
        </p:nvSpPr>
        <p:spPr>
          <a:xfrm>
            <a:off x="882606" y="353787"/>
            <a:ext cx="620683" cy="215444"/>
          </a:xfrm>
          <a:prstGeom prst="rect">
            <a:avLst/>
          </a:prstGeom>
          <a:noFill/>
        </p:spPr>
        <p:txBody>
          <a:bodyPr wrap="none" rtlCol="0">
            <a:spAutoFit/>
          </a:bodyPr>
          <a:lstStyle/>
          <a:p>
            <a:pPr algn="ctr"/>
            <a:r>
              <a:rPr lang="en-US" sz="800" b="0" spc="300">
                <a:solidFill>
                  <a:schemeClr val="tx1"/>
                </a:solidFill>
                <a:latin typeface="+mj-lt"/>
              </a:rPr>
              <a:t>MENU</a:t>
            </a:r>
          </a:p>
        </p:txBody>
      </p:sp>
      <p:sp>
        <p:nvSpPr>
          <p:cNvPr id="9" name="TextBox 8"/>
          <p:cNvSpPr txBox="1"/>
          <p:nvPr/>
        </p:nvSpPr>
        <p:spPr>
          <a:xfrm>
            <a:off x="1947063" y="353787"/>
            <a:ext cx="944489" cy="215444"/>
          </a:xfrm>
          <a:prstGeom prst="rect">
            <a:avLst/>
          </a:prstGeom>
          <a:noFill/>
        </p:spPr>
        <p:txBody>
          <a:bodyPr wrap="none" rtlCol="0">
            <a:spAutoFit/>
          </a:bodyPr>
          <a:lstStyle/>
          <a:p>
            <a:pPr algn="ctr"/>
            <a:r>
              <a:rPr lang="en-US" sz="800" b="0" spc="300">
                <a:solidFill>
                  <a:schemeClr val="tx1"/>
                </a:solidFill>
                <a:latin typeface="+mj-lt"/>
              </a:rPr>
              <a:t>SPECIALS</a:t>
            </a:r>
          </a:p>
        </p:txBody>
      </p:sp>
      <p:sp>
        <p:nvSpPr>
          <p:cNvPr id="10" name="TextBox 9"/>
          <p:cNvSpPr txBox="1"/>
          <p:nvPr/>
        </p:nvSpPr>
        <p:spPr>
          <a:xfrm>
            <a:off x="3369789" y="353787"/>
            <a:ext cx="707245" cy="215444"/>
          </a:xfrm>
          <a:prstGeom prst="rect">
            <a:avLst/>
          </a:prstGeom>
          <a:noFill/>
        </p:spPr>
        <p:txBody>
          <a:bodyPr wrap="none" rtlCol="0">
            <a:spAutoFit/>
          </a:bodyPr>
          <a:lstStyle/>
          <a:p>
            <a:pPr algn="ctr"/>
            <a:r>
              <a:rPr lang="en-US" sz="800" b="0" spc="300">
                <a:solidFill>
                  <a:schemeClr val="tx1"/>
                </a:solidFill>
                <a:latin typeface="+mj-lt"/>
              </a:rPr>
              <a:t>ORDER</a:t>
            </a:r>
          </a:p>
        </p:txBody>
      </p:sp>
      <p:grpSp>
        <p:nvGrpSpPr>
          <p:cNvPr id="11" name="Group 10"/>
          <p:cNvGrpSpPr/>
          <p:nvPr/>
        </p:nvGrpSpPr>
        <p:grpSpPr>
          <a:xfrm>
            <a:off x="428907" y="363311"/>
            <a:ext cx="167821" cy="167821"/>
            <a:chOff x="6855832" y="1495424"/>
            <a:chExt cx="167821" cy="167821"/>
          </a:xfrm>
        </p:grpSpPr>
        <p:sp>
          <p:nvSpPr>
            <p:cNvPr id="12" name="Rectangle 11"/>
            <p:cNvSpPr/>
            <p:nvPr/>
          </p:nvSpPr>
          <p:spPr>
            <a:xfrm>
              <a:off x="6855832" y="1495424"/>
              <a:ext cx="167821" cy="1678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75000"/>
                  </a:schemeClr>
                </a:solidFill>
              </a:endParaRPr>
            </a:p>
          </p:txBody>
        </p:sp>
        <p:grpSp>
          <p:nvGrpSpPr>
            <p:cNvPr id="13" name="Group 12"/>
            <p:cNvGrpSpPr/>
            <p:nvPr/>
          </p:nvGrpSpPr>
          <p:grpSpPr>
            <a:xfrm>
              <a:off x="6903329" y="1560287"/>
              <a:ext cx="72826" cy="41047"/>
              <a:chOff x="6903329" y="1569811"/>
              <a:chExt cx="72826" cy="41047"/>
            </a:xfrm>
          </p:grpSpPr>
          <p:cxnSp>
            <p:nvCxnSpPr>
              <p:cNvPr id="14" name="Straight Connector 13"/>
              <p:cNvCxnSpPr/>
              <p:nvPr/>
            </p:nvCxnSpPr>
            <p:spPr>
              <a:xfrm>
                <a:off x="6903329" y="1569811"/>
                <a:ext cx="7282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6903329" y="1610858"/>
                <a:ext cx="7282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2" name="Google Shape;107;p36">
            <a:extLst>
              <a:ext uri="{FF2B5EF4-FFF2-40B4-BE49-F238E27FC236}">
                <a16:creationId xmlns:a16="http://schemas.microsoft.com/office/drawing/2014/main" id="{DCBD6D71-BB1C-BC77-B012-3E57FB43836E}"/>
              </a:ext>
            </a:extLst>
          </p:cNvPr>
          <p:cNvGrpSpPr>
            <a:grpSpLocks noChangeAspect="1"/>
          </p:cNvGrpSpPr>
          <p:nvPr userDrawn="1"/>
        </p:nvGrpSpPr>
        <p:grpSpPr>
          <a:xfrm rot="5400000">
            <a:off x="11808517" y="497685"/>
            <a:ext cx="1211367" cy="216000"/>
            <a:chOff x="1303954" y="2265104"/>
            <a:chExt cx="3720560" cy="663416"/>
          </a:xfrm>
        </p:grpSpPr>
        <p:sp>
          <p:nvSpPr>
            <p:cNvPr id="3" name="Google Shape;108;p36">
              <a:extLst>
                <a:ext uri="{FF2B5EF4-FFF2-40B4-BE49-F238E27FC236}">
                  <a16:creationId xmlns:a16="http://schemas.microsoft.com/office/drawing/2014/main" id="{F0539549-C6CC-6D08-9628-7A17F93679D4}"/>
                </a:ext>
              </a:extLst>
            </p:cNvPr>
            <p:cNvSpPr/>
            <p:nvPr/>
          </p:nvSpPr>
          <p:spPr>
            <a:xfrm>
              <a:off x="1303954" y="2333113"/>
              <a:ext cx="415671" cy="576738"/>
            </a:xfrm>
            <a:custGeom>
              <a:avLst/>
              <a:gdLst/>
              <a:ahLst/>
              <a:cxnLst/>
              <a:rect l="l" t="t" r="r" b="b"/>
              <a:pathLst>
                <a:path w="415671" h="576738" extrusionOk="0">
                  <a:moveTo>
                    <a:pt x="17907" y="576739"/>
                  </a:moveTo>
                  <a:cubicBezTo>
                    <a:pt x="13335" y="576739"/>
                    <a:pt x="9239" y="574643"/>
                    <a:pt x="5525" y="570548"/>
                  </a:cubicBezTo>
                  <a:cubicBezTo>
                    <a:pt x="1905" y="566452"/>
                    <a:pt x="0" y="561308"/>
                    <a:pt x="0" y="555308"/>
                  </a:cubicBezTo>
                  <a:lnTo>
                    <a:pt x="0" y="21431"/>
                  </a:lnTo>
                  <a:cubicBezTo>
                    <a:pt x="0" y="15430"/>
                    <a:pt x="1810" y="10287"/>
                    <a:pt x="5525" y="6191"/>
                  </a:cubicBezTo>
                  <a:cubicBezTo>
                    <a:pt x="9144" y="2095"/>
                    <a:pt x="13335" y="0"/>
                    <a:pt x="17907" y="0"/>
                  </a:cubicBezTo>
                  <a:lnTo>
                    <a:pt x="218123" y="0"/>
                  </a:lnTo>
                  <a:cubicBezTo>
                    <a:pt x="257937" y="0"/>
                    <a:pt x="292513" y="7144"/>
                    <a:pt x="322040" y="21431"/>
                  </a:cubicBezTo>
                  <a:cubicBezTo>
                    <a:pt x="351568" y="35719"/>
                    <a:pt x="374523" y="57436"/>
                    <a:pt x="391001" y="86487"/>
                  </a:cubicBezTo>
                  <a:cubicBezTo>
                    <a:pt x="407480" y="115634"/>
                    <a:pt x="415671" y="152114"/>
                    <a:pt x="415671" y="196024"/>
                  </a:cubicBezTo>
                  <a:cubicBezTo>
                    <a:pt x="415671" y="239935"/>
                    <a:pt x="407480" y="276130"/>
                    <a:pt x="391001" y="304419"/>
                  </a:cubicBezTo>
                  <a:cubicBezTo>
                    <a:pt x="374523" y="332708"/>
                    <a:pt x="351568" y="353473"/>
                    <a:pt x="322040" y="366617"/>
                  </a:cubicBezTo>
                  <a:cubicBezTo>
                    <a:pt x="292513" y="379762"/>
                    <a:pt x="257937" y="386429"/>
                    <a:pt x="218123" y="386429"/>
                  </a:cubicBezTo>
                  <a:lnTo>
                    <a:pt x="152972" y="386429"/>
                  </a:lnTo>
                  <a:lnTo>
                    <a:pt x="152972" y="555308"/>
                  </a:lnTo>
                  <a:cubicBezTo>
                    <a:pt x="152972" y="561404"/>
                    <a:pt x="151257" y="566452"/>
                    <a:pt x="147828" y="570548"/>
                  </a:cubicBezTo>
                  <a:cubicBezTo>
                    <a:pt x="144399" y="574643"/>
                    <a:pt x="140208" y="576739"/>
                    <a:pt x="135160" y="576739"/>
                  </a:cubicBezTo>
                  <a:lnTo>
                    <a:pt x="17907" y="576739"/>
                  </a:lnTo>
                  <a:close/>
                  <a:moveTo>
                    <a:pt x="150305" y="253746"/>
                  </a:moveTo>
                  <a:lnTo>
                    <a:pt x="214789" y="253746"/>
                  </a:lnTo>
                  <a:cubicBezTo>
                    <a:pt x="228029" y="253746"/>
                    <a:pt x="239363" y="248984"/>
                    <a:pt x="248698" y="239363"/>
                  </a:cubicBezTo>
                  <a:cubicBezTo>
                    <a:pt x="258032" y="229743"/>
                    <a:pt x="262795" y="214789"/>
                    <a:pt x="262795" y="194500"/>
                  </a:cubicBezTo>
                  <a:cubicBezTo>
                    <a:pt x="262795" y="178594"/>
                    <a:pt x="259175" y="164402"/>
                    <a:pt x="251841" y="152114"/>
                  </a:cubicBezTo>
                  <a:cubicBezTo>
                    <a:pt x="244507" y="139732"/>
                    <a:pt x="232220" y="133541"/>
                    <a:pt x="214789" y="133541"/>
                  </a:cubicBezTo>
                  <a:lnTo>
                    <a:pt x="150305" y="133541"/>
                  </a:lnTo>
                  <a:lnTo>
                    <a:pt x="150305" y="253841"/>
                  </a:lnTo>
                  <a:close/>
                </a:path>
              </a:pathLst>
            </a:custGeom>
            <a:solidFill>
              <a:srgbClr val="783EF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Open Sans"/>
                <a:buNone/>
              </a:pPr>
              <a:endParaRPr sz="2400">
                <a:solidFill>
                  <a:srgbClr val="000000"/>
                </a:solidFill>
                <a:latin typeface="Open Sans" pitchFamily="2" charset="0"/>
                <a:ea typeface="Open Sans" pitchFamily="2" charset="0"/>
                <a:cs typeface="Open Sans" pitchFamily="2" charset="0"/>
                <a:sym typeface="Arial"/>
              </a:endParaRPr>
            </a:p>
          </p:txBody>
        </p:sp>
        <p:sp>
          <p:nvSpPr>
            <p:cNvPr id="4" name="Google Shape;109;p36">
              <a:extLst>
                <a:ext uri="{FF2B5EF4-FFF2-40B4-BE49-F238E27FC236}">
                  <a16:creationId xmlns:a16="http://schemas.microsoft.com/office/drawing/2014/main" id="{CCBFE822-63E5-5584-4B69-2F5B2AFEE33C}"/>
                </a:ext>
              </a:extLst>
            </p:cNvPr>
            <p:cNvSpPr/>
            <p:nvPr/>
          </p:nvSpPr>
          <p:spPr>
            <a:xfrm>
              <a:off x="1777823" y="2333113"/>
              <a:ext cx="415670" cy="576738"/>
            </a:xfrm>
            <a:custGeom>
              <a:avLst/>
              <a:gdLst/>
              <a:ahLst/>
              <a:cxnLst/>
              <a:rect l="l" t="t" r="r" b="b"/>
              <a:pathLst>
                <a:path w="415670" h="576738" extrusionOk="0">
                  <a:moveTo>
                    <a:pt x="17907" y="576739"/>
                  </a:moveTo>
                  <a:cubicBezTo>
                    <a:pt x="13335" y="576739"/>
                    <a:pt x="9239" y="574643"/>
                    <a:pt x="5524" y="570548"/>
                  </a:cubicBezTo>
                  <a:cubicBezTo>
                    <a:pt x="1905" y="566452"/>
                    <a:pt x="0" y="561308"/>
                    <a:pt x="0" y="555308"/>
                  </a:cubicBezTo>
                  <a:lnTo>
                    <a:pt x="0" y="21431"/>
                  </a:lnTo>
                  <a:cubicBezTo>
                    <a:pt x="0" y="15430"/>
                    <a:pt x="1810" y="10287"/>
                    <a:pt x="5524" y="6191"/>
                  </a:cubicBezTo>
                  <a:cubicBezTo>
                    <a:pt x="9144" y="2095"/>
                    <a:pt x="13335" y="0"/>
                    <a:pt x="17907" y="0"/>
                  </a:cubicBezTo>
                  <a:lnTo>
                    <a:pt x="218122" y="0"/>
                  </a:lnTo>
                  <a:cubicBezTo>
                    <a:pt x="257937" y="0"/>
                    <a:pt x="292513" y="7144"/>
                    <a:pt x="322040" y="21431"/>
                  </a:cubicBezTo>
                  <a:cubicBezTo>
                    <a:pt x="351568" y="35719"/>
                    <a:pt x="374523" y="57436"/>
                    <a:pt x="391001" y="86487"/>
                  </a:cubicBezTo>
                  <a:cubicBezTo>
                    <a:pt x="407479" y="115634"/>
                    <a:pt x="415671" y="152114"/>
                    <a:pt x="415671" y="196024"/>
                  </a:cubicBezTo>
                  <a:cubicBezTo>
                    <a:pt x="415671" y="239935"/>
                    <a:pt x="407479" y="276130"/>
                    <a:pt x="391001" y="304419"/>
                  </a:cubicBezTo>
                  <a:cubicBezTo>
                    <a:pt x="374523" y="332708"/>
                    <a:pt x="351568" y="353473"/>
                    <a:pt x="322040" y="366617"/>
                  </a:cubicBezTo>
                  <a:cubicBezTo>
                    <a:pt x="292513" y="379762"/>
                    <a:pt x="257937" y="386429"/>
                    <a:pt x="218122" y="386429"/>
                  </a:cubicBezTo>
                  <a:lnTo>
                    <a:pt x="152972" y="386429"/>
                  </a:lnTo>
                  <a:lnTo>
                    <a:pt x="152972" y="555308"/>
                  </a:lnTo>
                  <a:cubicBezTo>
                    <a:pt x="152972" y="561404"/>
                    <a:pt x="151257" y="566452"/>
                    <a:pt x="147828" y="570548"/>
                  </a:cubicBezTo>
                  <a:cubicBezTo>
                    <a:pt x="144399" y="574643"/>
                    <a:pt x="140208" y="576739"/>
                    <a:pt x="135160" y="576739"/>
                  </a:cubicBezTo>
                  <a:lnTo>
                    <a:pt x="17907" y="576739"/>
                  </a:lnTo>
                  <a:close/>
                  <a:moveTo>
                    <a:pt x="150304" y="253746"/>
                  </a:moveTo>
                  <a:lnTo>
                    <a:pt x="214789" y="253746"/>
                  </a:lnTo>
                  <a:cubicBezTo>
                    <a:pt x="228028" y="253746"/>
                    <a:pt x="239363" y="248984"/>
                    <a:pt x="248698" y="239363"/>
                  </a:cubicBezTo>
                  <a:cubicBezTo>
                    <a:pt x="258032" y="229743"/>
                    <a:pt x="262795" y="214789"/>
                    <a:pt x="262795" y="194500"/>
                  </a:cubicBezTo>
                  <a:cubicBezTo>
                    <a:pt x="262795" y="178594"/>
                    <a:pt x="259175" y="164402"/>
                    <a:pt x="251841" y="152114"/>
                  </a:cubicBezTo>
                  <a:cubicBezTo>
                    <a:pt x="244507" y="139732"/>
                    <a:pt x="232220" y="133541"/>
                    <a:pt x="214789" y="133541"/>
                  </a:cubicBezTo>
                  <a:lnTo>
                    <a:pt x="150304" y="133541"/>
                  </a:lnTo>
                  <a:lnTo>
                    <a:pt x="150304" y="253841"/>
                  </a:lnTo>
                  <a:close/>
                </a:path>
              </a:pathLst>
            </a:custGeom>
            <a:solidFill>
              <a:srgbClr val="783EF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Open Sans"/>
                <a:buNone/>
              </a:pPr>
              <a:endParaRPr sz="2400">
                <a:solidFill>
                  <a:srgbClr val="000000"/>
                </a:solidFill>
                <a:latin typeface="Open Sans" pitchFamily="2" charset="0"/>
                <a:ea typeface="Open Sans" pitchFamily="2" charset="0"/>
                <a:cs typeface="Open Sans" pitchFamily="2" charset="0"/>
                <a:sym typeface="Arial"/>
              </a:endParaRPr>
            </a:p>
          </p:txBody>
        </p:sp>
        <p:sp>
          <p:nvSpPr>
            <p:cNvPr id="5" name="Google Shape;110;p36">
              <a:extLst>
                <a:ext uri="{FF2B5EF4-FFF2-40B4-BE49-F238E27FC236}">
                  <a16:creationId xmlns:a16="http://schemas.microsoft.com/office/drawing/2014/main" id="{1544464C-A0E1-8ECA-DB68-E8ED4A025853}"/>
                </a:ext>
              </a:extLst>
            </p:cNvPr>
            <p:cNvSpPr/>
            <p:nvPr/>
          </p:nvSpPr>
          <p:spPr>
            <a:xfrm>
              <a:off x="2222450" y="2333113"/>
              <a:ext cx="421004" cy="576738"/>
            </a:xfrm>
            <a:custGeom>
              <a:avLst/>
              <a:gdLst/>
              <a:ahLst/>
              <a:cxnLst/>
              <a:rect l="l" t="t" r="r" b="b"/>
              <a:pathLst>
                <a:path w="421004" h="576738" extrusionOk="0">
                  <a:moveTo>
                    <a:pt x="153543" y="576739"/>
                  </a:moveTo>
                  <a:cubicBezTo>
                    <a:pt x="148495" y="576739"/>
                    <a:pt x="144304" y="574643"/>
                    <a:pt x="140875" y="570548"/>
                  </a:cubicBezTo>
                  <a:cubicBezTo>
                    <a:pt x="137446" y="566452"/>
                    <a:pt x="135731" y="561308"/>
                    <a:pt x="135731" y="555308"/>
                  </a:cubicBezTo>
                  <a:lnTo>
                    <a:pt x="135731" y="153257"/>
                  </a:lnTo>
                  <a:lnTo>
                    <a:pt x="17812" y="153257"/>
                  </a:lnTo>
                  <a:cubicBezTo>
                    <a:pt x="12764" y="153257"/>
                    <a:pt x="8573" y="151162"/>
                    <a:pt x="5144" y="147066"/>
                  </a:cubicBezTo>
                  <a:cubicBezTo>
                    <a:pt x="1715" y="142970"/>
                    <a:pt x="0" y="137827"/>
                    <a:pt x="0" y="131826"/>
                  </a:cubicBezTo>
                  <a:lnTo>
                    <a:pt x="0" y="21431"/>
                  </a:lnTo>
                  <a:cubicBezTo>
                    <a:pt x="0" y="15430"/>
                    <a:pt x="1715" y="10287"/>
                    <a:pt x="5144" y="6191"/>
                  </a:cubicBezTo>
                  <a:cubicBezTo>
                    <a:pt x="8573" y="2095"/>
                    <a:pt x="12764" y="0"/>
                    <a:pt x="17812" y="0"/>
                  </a:cubicBezTo>
                  <a:lnTo>
                    <a:pt x="403193" y="0"/>
                  </a:lnTo>
                  <a:cubicBezTo>
                    <a:pt x="408242" y="0"/>
                    <a:pt x="412433" y="2095"/>
                    <a:pt x="415862" y="6191"/>
                  </a:cubicBezTo>
                  <a:cubicBezTo>
                    <a:pt x="419291" y="10287"/>
                    <a:pt x="421005" y="15430"/>
                    <a:pt x="421005" y="21431"/>
                  </a:cubicBezTo>
                  <a:lnTo>
                    <a:pt x="421005" y="131826"/>
                  </a:lnTo>
                  <a:cubicBezTo>
                    <a:pt x="421005" y="137922"/>
                    <a:pt x="419291" y="142970"/>
                    <a:pt x="415862" y="147066"/>
                  </a:cubicBezTo>
                  <a:cubicBezTo>
                    <a:pt x="412433" y="151162"/>
                    <a:pt x="408242" y="153257"/>
                    <a:pt x="403193" y="153257"/>
                  </a:cubicBezTo>
                  <a:lnTo>
                    <a:pt x="285274" y="153257"/>
                  </a:lnTo>
                  <a:lnTo>
                    <a:pt x="285274" y="555308"/>
                  </a:lnTo>
                  <a:cubicBezTo>
                    <a:pt x="285274" y="561404"/>
                    <a:pt x="283559" y="566452"/>
                    <a:pt x="280130" y="570548"/>
                  </a:cubicBezTo>
                  <a:cubicBezTo>
                    <a:pt x="276701" y="574643"/>
                    <a:pt x="272510" y="576739"/>
                    <a:pt x="267462" y="576739"/>
                  </a:cubicBezTo>
                  <a:lnTo>
                    <a:pt x="153638" y="576739"/>
                  </a:lnTo>
                  <a:close/>
                </a:path>
              </a:pathLst>
            </a:custGeom>
            <a:solidFill>
              <a:srgbClr val="783EF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Open Sans"/>
                <a:buNone/>
              </a:pPr>
              <a:endParaRPr sz="2400">
                <a:solidFill>
                  <a:srgbClr val="000000"/>
                </a:solidFill>
                <a:latin typeface="Open Sans" pitchFamily="2" charset="0"/>
                <a:ea typeface="Open Sans" pitchFamily="2" charset="0"/>
                <a:cs typeface="Open Sans" pitchFamily="2" charset="0"/>
                <a:sym typeface="Arial"/>
              </a:endParaRPr>
            </a:p>
          </p:txBody>
        </p:sp>
        <p:sp>
          <p:nvSpPr>
            <p:cNvPr id="6" name="Google Shape;111;p36">
              <a:extLst>
                <a:ext uri="{FF2B5EF4-FFF2-40B4-BE49-F238E27FC236}">
                  <a16:creationId xmlns:a16="http://schemas.microsoft.com/office/drawing/2014/main" id="{A5865D14-A725-9888-E9C7-95ABCF0DBD53}"/>
                </a:ext>
              </a:extLst>
            </p:cNvPr>
            <p:cNvSpPr/>
            <p:nvPr/>
          </p:nvSpPr>
          <p:spPr>
            <a:xfrm>
              <a:off x="2655837" y="2329112"/>
              <a:ext cx="642556" cy="586168"/>
            </a:xfrm>
            <a:custGeom>
              <a:avLst/>
              <a:gdLst/>
              <a:ahLst/>
              <a:cxnLst/>
              <a:rect l="l" t="t" r="r" b="b"/>
              <a:pathLst>
                <a:path w="642556" h="586168" extrusionOk="0">
                  <a:moveTo>
                    <a:pt x="635318" y="23908"/>
                  </a:moveTo>
                  <a:cubicBezTo>
                    <a:pt x="640080" y="29813"/>
                    <a:pt x="642557" y="37624"/>
                    <a:pt x="642557" y="47244"/>
                  </a:cubicBezTo>
                  <a:cubicBezTo>
                    <a:pt x="642557" y="78772"/>
                    <a:pt x="625602" y="93440"/>
                    <a:pt x="591788" y="91154"/>
                  </a:cubicBezTo>
                  <a:lnTo>
                    <a:pt x="567785" y="89059"/>
                  </a:lnTo>
                  <a:cubicBezTo>
                    <a:pt x="540830" y="86773"/>
                    <a:pt x="513969" y="84963"/>
                    <a:pt x="487204" y="83534"/>
                  </a:cubicBezTo>
                  <a:cubicBezTo>
                    <a:pt x="460438" y="82106"/>
                    <a:pt x="432435" y="81439"/>
                    <a:pt x="403193" y="81439"/>
                  </a:cubicBezTo>
                  <a:lnTo>
                    <a:pt x="372332" y="81439"/>
                  </a:lnTo>
                  <a:cubicBezTo>
                    <a:pt x="366808" y="149066"/>
                    <a:pt x="361093" y="210788"/>
                    <a:pt x="355187" y="266605"/>
                  </a:cubicBezTo>
                  <a:lnTo>
                    <a:pt x="473107" y="264509"/>
                  </a:lnTo>
                  <a:cubicBezTo>
                    <a:pt x="490061" y="264509"/>
                    <a:pt x="501301" y="267462"/>
                    <a:pt x="507016" y="273463"/>
                  </a:cubicBezTo>
                  <a:cubicBezTo>
                    <a:pt x="512731" y="279368"/>
                    <a:pt x="515588" y="287369"/>
                    <a:pt x="515588" y="297466"/>
                  </a:cubicBezTo>
                  <a:cubicBezTo>
                    <a:pt x="515588" y="312992"/>
                    <a:pt x="511016" y="325279"/>
                    <a:pt x="501872" y="334137"/>
                  </a:cubicBezTo>
                  <a:cubicBezTo>
                    <a:pt x="492728" y="343091"/>
                    <a:pt x="479679" y="347472"/>
                    <a:pt x="462820" y="347472"/>
                  </a:cubicBezTo>
                  <a:lnTo>
                    <a:pt x="345567" y="347472"/>
                  </a:lnTo>
                  <a:lnTo>
                    <a:pt x="341471" y="377000"/>
                  </a:lnTo>
                  <a:cubicBezTo>
                    <a:pt x="331851" y="452438"/>
                    <a:pt x="311372" y="506159"/>
                    <a:pt x="280130" y="538163"/>
                  </a:cubicBezTo>
                  <a:cubicBezTo>
                    <a:pt x="248793" y="570167"/>
                    <a:pt x="205740" y="586169"/>
                    <a:pt x="150876" y="586169"/>
                  </a:cubicBezTo>
                  <a:cubicBezTo>
                    <a:pt x="119825" y="586169"/>
                    <a:pt x="91250" y="579406"/>
                    <a:pt x="65151" y="565976"/>
                  </a:cubicBezTo>
                  <a:cubicBezTo>
                    <a:pt x="39053" y="552450"/>
                    <a:pt x="19907" y="536162"/>
                    <a:pt x="7525" y="516922"/>
                  </a:cubicBezTo>
                  <a:cubicBezTo>
                    <a:pt x="2476" y="509111"/>
                    <a:pt x="0" y="499777"/>
                    <a:pt x="0" y="488823"/>
                  </a:cubicBezTo>
                  <a:cubicBezTo>
                    <a:pt x="0" y="477869"/>
                    <a:pt x="2667" y="468249"/>
                    <a:pt x="7906" y="460057"/>
                  </a:cubicBezTo>
                  <a:cubicBezTo>
                    <a:pt x="13145" y="451866"/>
                    <a:pt x="19717" y="447675"/>
                    <a:pt x="27432" y="447675"/>
                  </a:cubicBezTo>
                  <a:cubicBezTo>
                    <a:pt x="32957" y="447675"/>
                    <a:pt x="38291" y="449485"/>
                    <a:pt x="43529" y="453200"/>
                  </a:cubicBezTo>
                  <a:cubicBezTo>
                    <a:pt x="48768" y="456819"/>
                    <a:pt x="55531" y="463963"/>
                    <a:pt x="63722" y="474440"/>
                  </a:cubicBezTo>
                  <a:cubicBezTo>
                    <a:pt x="85630" y="503206"/>
                    <a:pt x="112871" y="517684"/>
                    <a:pt x="145351" y="517684"/>
                  </a:cubicBezTo>
                  <a:cubicBezTo>
                    <a:pt x="171450" y="517684"/>
                    <a:pt x="193262" y="507016"/>
                    <a:pt x="210884" y="485775"/>
                  </a:cubicBezTo>
                  <a:cubicBezTo>
                    <a:pt x="228505" y="464534"/>
                    <a:pt x="239840" y="431006"/>
                    <a:pt x="244792" y="385286"/>
                  </a:cubicBezTo>
                  <a:lnTo>
                    <a:pt x="248888" y="347567"/>
                  </a:lnTo>
                  <a:lnTo>
                    <a:pt x="215932" y="347567"/>
                  </a:lnTo>
                  <a:cubicBezTo>
                    <a:pt x="205454" y="347567"/>
                    <a:pt x="196405" y="344615"/>
                    <a:pt x="188881" y="338614"/>
                  </a:cubicBezTo>
                  <a:cubicBezTo>
                    <a:pt x="181356" y="332708"/>
                    <a:pt x="177546" y="324231"/>
                    <a:pt x="177546" y="313277"/>
                  </a:cubicBezTo>
                  <a:cubicBezTo>
                    <a:pt x="177546" y="299085"/>
                    <a:pt x="181166" y="288227"/>
                    <a:pt x="188500" y="280702"/>
                  </a:cubicBezTo>
                  <a:cubicBezTo>
                    <a:pt x="195834" y="273177"/>
                    <a:pt x="206597" y="269367"/>
                    <a:pt x="220694" y="269367"/>
                  </a:cubicBezTo>
                  <a:cubicBezTo>
                    <a:pt x="233458" y="269367"/>
                    <a:pt x="246031" y="269177"/>
                    <a:pt x="258413" y="268700"/>
                  </a:cubicBezTo>
                  <a:cubicBezTo>
                    <a:pt x="263938" y="218408"/>
                    <a:pt x="269843" y="157353"/>
                    <a:pt x="276225" y="85630"/>
                  </a:cubicBezTo>
                  <a:cubicBezTo>
                    <a:pt x="226886" y="90202"/>
                    <a:pt x="192119" y="98203"/>
                    <a:pt x="172021" y="109633"/>
                  </a:cubicBezTo>
                  <a:cubicBezTo>
                    <a:pt x="151924" y="121063"/>
                    <a:pt x="141827" y="138017"/>
                    <a:pt x="141827" y="160401"/>
                  </a:cubicBezTo>
                  <a:cubicBezTo>
                    <a:pt x="141827" y="175927"/>
                    <a:pt x="146399" y="190786"/>
                    <a:pt x="155543" y="204978"/>
                  </a:cubicBezTo>
                  <a:cubicBezTo>
                    <a:pt x="158305" y="209074"/>
                    <a:pt x="159639" y="213170"/>
                    <a:pt x="159639" y="217361"/>
                  </a:cubicBezTo>
                  <a:cubicBezTo>
                    <a:pt x="159639" y="225552"/>
                    <a:pt x="155067" y="232791"/>
                    <a:pt x="145923" y="238982"/>
                  </a:cubicBezTo>
                  <a:cubicBezTo>
                    <a:pt x="136779" y="245174"/>
                    <a:pt x="126492" y="248222"/>
                    <a:pt x="115062" y="248222"/>
                  </a:cubicBezTo>
                  <a:cubicBezTo>
                    <a:pt x="102679" y="248222"/>
                    <a:pt x="92202" y="244602"/>
                    <a:pt x="83534" y="237268"/>
                  </a:cubicBezTo>
                  <a:cubicBezTo>
                    <a:pt x="78010" y="232696"/>
                    <a:pt x="72771" y="223361"/>
                    <a:pt x="67723" y="209169"/>
                  </a:cubicBezTo>
                  <a:cubicBezTo>
                    <a:pt x="62675" y="194977"/>
                    <a:pt x="60198" y="179261"/>
                    <a:pt x="60198" y="161830"/>
                  </a:cubicBezTo>
                  <a:cubicBezTo>
                    <a:pt x="60198" y="105156"/>
                    <a:pt x="89345" y="64008"/>
                    <a:pt x="147638" y="38386"/>
                  </a:cubicBezTo>
                  <a:cubicBezTo>
                    <a:pt x="205930" y="12764"/>
                    <a:pt x="291084" y="0"/>
                    <a:pt x="403098" y="0"/>
                  </a:cubicBezTo>
                  <a:cubicBezTo>
                    <a:pt x="480822" y="0"/>
                    <a:pt x="549402" y="4096"/>
                    <a:pt x="608838" y="12383"/>
                  </a:cubicBezTo>
                  <a:cubicBezTo>
                    <a:pt x="621601" y="14192"/>
                    <a:pt x="630460" y="18097"/>
                    <a:pt x="635222" y="24003"/>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Open Sans"/>
                <a:buNone/>
              </a:pPr>
              <a:endParaRPr sz="2400">
                <a:solidFill>
                  <a:srgbClr val="000000"/>
                </a:solidFill>
                <a:latin typeface="Open Sans" pitchFamily="2" charset="0"/>
                <a:ea typeface="Open Sans" pitchFamily="2" charset="0"/>
                <a:cs typeface="Open Sans" pitchFamily="2" charset="0"/>
                <a:sym typeface="Arial"/>
              </a:endParaRPr>
            </a:p>
          </p:txBody>
        </p:sp>
        <p:sp>
          <p:nvSpPr>
            <p:cNvPr id="7" name="Google Shape;112;p36">
              <a:extLst>
                <a:ext uri="{FF2B5EF4-FFF2-40B4-BE49-F238E27FC236}">
                  <a16:creationId xmlns:a16="http://schemas.microsoft.com/office/drawing/2014/main" id="{DDF404BD-4DBA-A70E-74EC-069839021510}"/>
                </a:ext>
              </a:extLst>
            </p:cNvPr>
            <p:cNvSpPr/>
            <p:nvPr/>
          </p:nvSpPr>
          <p:spPr>
            <a:xfrm>
              <a:off x="3178950" y="2590288"/>
              <a:ext cx="374427" cy="323088"/>
            </a:xfrm>
            <a:custGeom>
              <a:avLst/>
              <a:gdLst/>
              <a:ahLst/>
              <a:cxnLst/>
              <a:rect l="l" t="t" r="r" b="b"/>
              <a:pathLst>
                <a:path w="374427" h="323088" extrusionOk="0">
                  <a:moveTo>
                    <a:pt x="10668" y="295561"/>
                  </a:moveTo>
                  <a:cubicBezTo>
                    <a:pt x="3620" y="277273"/>
                    <a:pt x="0" y="248031"/>
                    <a:pt x="0" y="207740"/>
                  </a:cubicBezTo>
                  <a:cubicBezTo>
                    <a:pt x="0" y="148304"/>
                    <a:pt x="8477" y="91821"/>
                    <a:pt x="25337" y="38386"/>
                  </a:cubicBezTo>
                  <a:cubicBezTo>
                    <a:pt x="29432" y="25146"/>
                    <a:pt x="36195" y="15430"/>
                    <a:pt x="45529" y="9239"/>
                  </a:cubicBezTo>
                  <a:cubicBezTo>
                    <a:pt x="54864" y="3048"/>
                    <a:pt x="68008" y="0"/>
                    <a:pt x="84963" y="0"/>
                  </a:cubicBezTo>
                  <a:cubicBezTo>
                    <a:pt x="94107" y="0"/>
                    <a:pt x="100489" y="1143"/>
                    <a:pt x="104204" y="3429"/>
                  </a:cubicBezTo>
                  <a:cubicBezTo>
                    <a:pt x="107823" y="5715"/>
                    <a:pt x="109728" y="10096"/>
                    <a:pt x="109728" y="16478"/>
                  </a:cubicBezTo>
                  <a:cubicBezTo>
                    <a:pt x="109728" y="23813"/>
                    <a:pt x="106299" y="40291"/>
                    <a:pt x="99441" y="65818"/>
                  </a:cubicBezTo>
                  <a:cubicBezTo>
                    <a:pt x="94869" y="84106"/>
                    <a:pt x="91250" y="100108"/>
                    <a:pt x="88487" y="113824"/>
                  </a:cubicBezTo>
                  <a:cubicBezTo>
                    <a:pt x="85725" y="127540"/>
                    <a:pt x="83439" y="144494"/>
                    <a:pt x="81629" y="164592"/>
                  </a:cubicBezTo>
                  <a:cubicBezTo>
                    <a:pt x="96679" y="125254"/>
                    <a:pt x="113633" y="93250"/>
                    <a:pt x="132398" y="68580"/>
                  </a:cubicBezTo>
                  <a:cubicBezTo>
                    <a:pt x="151162" y="43910"/>
                    <a:pt x="169545" y="26289"/>
                    <a:pt x="187642" y="15811"/>
                  </a:cubicBezTo>
                  <a:cubicBezTo>
                    <a:pt x="205740" y="5334"/>
                    <a:pt x="222313" y="0"/>
                    <a:pt x="237363" y="0"/>
                  </a:cubicBezTo>
                  <a:cubicBezTo>
                    <a:pt x="267081" y="0"/>
                    <a:pt x="281940" y="14859"/>
                    <a:pt x="281940" y="44577"/>
                  </a:cubicBezTo>
                  <a:cubicBezTo>
                    <a:pt x="281940" y="50482"/>
                    <a:pt x="279845" y="64960"/>
                    <a:pt x="275749" y="87820"/>
                  </a:cubicBezTo>
                  <a:cubicBezTo>
                    <a:pt x="272129" y="106108"/>
                    <a:pt x="270224" y="117539"/>
                    <a:pt x="270224" y="122111"/>
                  </a:cubicBezTo>
                  <a:cubicBezTo>
                    <a:pt x="270224" y="138113"/>
                    <a:pt x="275939" y="146114"/>
                    <a:pt x="287369" y="146114"/>
                  </a:cubicBezTo>
                  <a:cubicBezTo>
                    <a:pt x="300133" y="146114"/>
                    <a:pt x="316611" y="136017"/>
                    <a:pt x="336709" y="115919"/>
                  </a:cubicBezTo>
                  <a:cubicBezTo>
                    <a:pt x="342614" y="110014"/>
                    <a:pt x="348806" y="106966"/>
                    <a:pt x="355187" y="106966"/>
                  </a:cubicBezTo>
                  <a:cubicBezTo>
                    <a:pt x="361093" y="106966"/>
                    <a:pt x="365855" y="109633"/>
                    <a:pt x="369284" y="114871"/>
                  </a:cubicBezTo>
                  <a:cubicBezTo>
                    <a:pt x="372713" y="120110"/>
                    <a:pt x="374428" y="127159"/>
                    <a:pt x="374428" y="135826"/>
                  </a:cubicBezTo>
                  <a:cubicBezTo>
                    <a:pt x="374428" y="152781"/>
                    <a:pt x="369856" y="166021"/>
                    <a:pt x="360712" y="175641"/>
                  </a:cubicBezTo>
                  <a:cubicBezTo>
                    <a:pt x="347948" y="188881"/>
                    <a:pt x="332899" y="200216"/>
                    <a:pt x="315754" y="209550"/>
                  </a:cubicBezTo>
                  <a:cubicBezTo>
                    <a:pt x="298609" y="218885"/>
                    <a:pt x="280416" y="223647"/>
                    <a:pt x="261271" y="223647"/>
                  </a:cubicBezTo>
                  <a:cubicBezTo>
                    <a:pt x="237077" y="223647"/>
                    <a:pt x="218599" y="217456"/>
                    <a:pt x="206026" y="205168"/>
                  </a:cubicBezTo>
                  <a:cubicBezTo>
                    <a:pt x="193453" y="192786"/>
                    <a:pt x="187166" y="176117"/>
                    <a:pt x="187166" y="155067"/>
                  </a:cubicBezTo>
                  <a:cubicBezTo>
                    <a:pt x="187166" y="148209"/>
                    <a:pt x="187833" y="141351"/>
                    <a:pt x="189262" y="134493"/>
                  </a:cubicBezTo>
                  <a:cubicBezTo>
                    <a:pt x="190214" y="125349"/>
                    <a:pt x="190595" y="119158"/>
                    <a:pt x="190595" y="116015"/>
                  </a:cubicBezTo>
                  <a:cubicBezTo>
                    <a:pt x="190595" y="108680"/>
                    <a:pt x="188119" y="105061"/>
                    <a:pt x="183071" y="105061"/>
                  </a:cubicBezTo>
                  <a:cubicBezTo>
                    <a:pt x="176213" y="105061"/>
                    <a:pt x="167164" y="112681"/>
                    <a:pt x="156020" y="128016"/>
                  </a:cubicBezTo>
                  <a:cubicBezTo>
                    <a:pt x="144780" y="143351"/>
                    <a:pt x="133731" y="163544"/>
                    <a:pt x="122777" y="188690"/>
                  </a:cubicBezTo>
                  <a:cubicBezTo>
                    <a:pt x="111824" y="213836"/>
                    <a:pt x="102870" y="240316"/>
                    <a:pt x="96012" y="268224"/>
                  </a:cubicBezTo>
                  <a:cubicBezTo>
                    <a:pt x="90964" y="289751"/>
                    <a:pt x="85154" y="304229"/>
                    <a:pt x="78486" y="311753"/>
                  </a:cubicBezTo>
                  <a:cubicBezTo>
                    <a:pt x="71819" y="319278"/>
                    <a:pt x="61436" y="323088"/>
                    <a:pt x="47244" y="323088"/>
                  </a:cubicBezTo>
                  <a:cubicBezTo>
                    <a:pt x="29908" y="323088"/>
                    <a:pt x="17621" y="313944"/>
                    <a:pt x="10573" y="295656"/>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Open Sans"/>
                <a:buNone/>
              </a:pPr>
              <a:endParaRPr sz="2400">
                <a:solidFill>
                  <a:srgbClr val="000000"/>
                </a:solidFill>
                <a:latin typeface="Open Sans" pitchFamily="2" charset="0"/>
                <a:ea typeface="Open Sans" pitchFamily="2" charset="0"/>
                <a:cs typeface="Open Sans" pitchFamily="2" charset="0"/>
                <a:sym typeface="Arial"/>
              </a:endParaRPr>
            </a:p>
          </p:txBody>
        </p:sp>
        <p:sp>
          <p:nvSpPr>
            <p:cNvPr id="16" name="Google Shape;113;p36">
              <a:extLst>
                <a:ext uri="{FF2B5EF4-FFF2-40B4-BE49-F238E27FC236}">
                  <a16:creationId xmlns:a16="http://schemas.microsoft.com/office/drawing/2014/main" id="{FDB5AD18-C695-41DD-9466-4A3C1E76CF65}"/>
                </a:ext>
              </a:extLst>
            </p:cNvPr>
            <p:cNvSpPr/>
            <p:nvPr/>
          </p:nvSpPr>
          <p:spPr>
            <a:xfrm>
              <a:off x="3479369" y="2590478"/>
              <a:ext cx="335375" cy="322897"/>
            </a:xfrm>
            <a:custGeom>
              <a:avLst/>
              <a:gdLst/>
              <a:ahLst/>
              <a:cxnLst/>
              <a:rect l="l" t="t" r="r" b="b"/>
              <a:pathLst>
                <a:path w="335375" h="322897" extrusionOk="0">
                  <a:moveTo>
                    <a:pt x="330232" y="174689"/>
                  </a:moveTo>
                  <a:cubicBezTo>
                    <a:pt x="333661" y="180213"/>
                    <a:pt x="335375" y="187738"/>
                    <a:pt x="335375" y="197358"/>
                  </a:cubicBezTo>
                  <a:cubicBezTo>
                    <a:pt x="335375" y="215646"/>
                    <a:pt x="330994" y="229838"/>
                    <a:pt x="322326" y="239840"/>
                  </a:cubicBezTo>
                  <a:cubicBezTo>
                    <a:pt x="305371" y="260414"/>
                    <a:pt x="281559" y="279368"/>
                    <a:pt x="250698" y="296799"/>
                  </a:cubicBezTo>
                  <a:cubicBezTo>
                    <a:pt x="219837" y="314134"/>
                    <a:pt x="186785" y="322898"/>
                    <a:pt x="151638" y="322898"/>
                  </a:cubicBezTo>
                  <a:cubicBezTo>
                    <a:pt x="103632" y="322898"/>
                    <a:pt x="66389" y="309848"/>
                    <a:pt x="39814" y="283845"/>
                  </a:cubicBezTo>
                  <a:cubicBezTo>
                    <a:pt x="13335" y="257746"/>
                    <a:pt x="0" y="222123"/>
                    <a:pt x="0" y="176879"/>
                  </a:cubicBezTo>
                  <a:cubicBezTo>
                    <a:pt x="0" y="145351"/>
                    <a:pt x="6667" y="115919"/>
                    <a:pt x="19907" y="88773"/>
                  </a:cubicBezTo>
                  <a:cubicBezTo>
                    <a:pt x="33147" y="61627"/>
                    <a:pt x="51530" y="40005"/>
                    <a:pt x="75152" y="24003"/>
                  </a:cubicBezTo>
                  <a:cubicBezTo>
                    <a:pt x="98679" y="8001"/>
                    <a:pt x="125349" y="0"/>
                    <a:pt x="155067" y="0"/>
                  </a:cubicBezTo>
                  <a:cubicBezTo>
                    <a:pt x="181546" y="0"/>
                    <a:pt x="202882" y="7906"/>
                    <a:pt x="218884" y="23622"/>
                  </a:cubicBezTo>
                  <a:cubicBezTo>
                    <a:pt x="234886" y="39433"/>
                    <a:pt x="242888" y="60769"/>
                    <a:pt x="242888" y="87725"/>
                  </a:cubicBezTo>
                  <a:cubicBezTo>
                    <a:pt x="242888" y="119253"/>
                    <a:pt x="231553" y="146399"/>
                    <a:pt x="208979" y="168973"/>
                  </a:cubicBezTo>
                  <a:cubicBezTo>
                    <a:pt x="186404" y="191548"/>
                    <a:pt x="148018" y="209550"/>
                    <a:pt x="94107" y="222790"/>
                  </a:cubicBezTo>
                  <a:cubicBezTo>
                    <a:pt x="105537" y="243840"/>
                    <a:pt x="127254" y="254317"/>
                    <a:pt x="159258" y="254317"/>
                  </a:cubicBezTo>
                  <a:cubicBezTo>
                    <a:pt x="179832" y="254317"/>
                    <a:pt x="203263" y="247078"/>
                    <a:pt x="229552" y="232696"/>
                  </a:cubicBezTo>
                  <a:cubicBezTo>
                    <a:pt x="255842" y="218313"/>
                    <a:pt x="278606" y="199453"/>
                    <a:pt x="297752" y="176117"/>
                  </a:cubicBezTo>
                  <a:cubicBezTo>
                    <a:pt x="303276" y="169736"/>
                    <a:pt x="309372" y="166497"/>
                    <a:pt x="316230" y="166497"/>
                  </a:cubicBezTo>
                  <a:cubicBezTo>
                    <a:pt x="322136" y="166497"/>
                    <a:pt x="326898" y="169259"/>
                    <a:pt x="330327" y="174689"/>
                  </a:cubicBezTo>
                  <a:close/>
                  <a:moveTo>
                    <a:pt x="100489" y="96488"/>
                  </a:moveTo>
                  <a:cubicBezTo>
                    <a:pt x="88868" y="116110"/>
                    <a:pt x="82963" y="139922"/>
                    <a:pt x="82963" y="167830"/>
                  </a:cubicBezTo>
                  <a:lnTo>
                    <a:pt x="82963" y="169164"/>
                  </a:lnTo>
                  <a:cubicBezTo>
                    <a:pt x="109918" y="162782"/>
                    <a:pt x="131159" y="153162"/>
                    <a:pt x="146780" y="140398"/>
                  </a:cubicBezTo>
                  <a:cubicBezTo>
                    <a:pt x="162306" y="127635"/>
                    <a:pt x="170117" y="112776"/>
                    <a:pt x="170117" y="95821"/>
                  </a:cubicBezTo>
                  <a:cubicBezTo>
                    <a:pt x="170117" y="87154"/>
                    <a:pt x="167735" y="80200"/>
                    <a:pt x="162877" y="74866"/>
                  </a:cubicBezTo>
                  <a:cubicBezTo>
                    <a:pt x="158115" y="69628"/>
                    <a:pt x="151543" y="66961"/>
                    <a:pt x="143351" y="66961"/>
                  </a:cubicBezTo>
                  <a:cubicBezTo>
                    <a:pt x="126397" y="66961"/>
                    <a:pt x="112109" y="76771"/>
                    <a:pt x="100489" y="96488"/>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Open Sans"/>
                <a:buNone/>
              </a:pPr>
              <a:endParaRPr sz="2400">
                <a:solidFill>
                  <a:srgbClr val="000000"/>
                </a:solidFill>
                <a:latin typeface="Open Sans" pitchFamily="2" charset="0"/>
                <a:ea typeface="Open Sans" pitchFamily="2" charset="0"/>
                <a:cs typeface="Open Sans" pitchFamily="2" charset="0"/>
                <a:sym typeface="Arial"/>
              </a:endParaRPr>
            </a:p>
          </p:txBody>
        </p:sp>
        <p:sp>
          <p:nvSpPr>
            <p:cNvPr id="17" name="Google Shape;114;p36">
              <a:extLst>
                <a:ext uri="{FF2B5EF4-FFF2-40B4-BE49-F238E27FC236}">
                  <a16:creationId xmlns:a16="http://schemas.microsoft.com/office/drawing/2014/main" id="{487E4D12-FB27-B3DE-7E7A-DCE107222B1B}"/>
                </a:ext>
              </a:extLst>
            </p:cNvPr>
            <p:cNvSpPr/>
            <p:nvPr/>
          </p:nvSpPr>
          <p:spPr>
            <a:xfrm>
              <a:off x="3748831" y="2590478"/>
              <a:ext cx="335375" cy="322897"/>
            </a:xfrm>
            <a:custGeom>
              <a:avLst/>
              <a:gdLst/>
              <a:ahLst/>
              <a:cxnLst/>
              <a:rect l="l" t="t" r="r" b="b"/>
              <a:pathLst>
                <a:path w="335375" h="322897" extrusionOk="0">
                  <a:moveTo>
                    <a:pt x="330232" y="174689"/>
                  </a:moveTo>
                  <a:cubicBezTo>
                    <a:pt x="333661" y="180213"/>
                    <a:pt x="335375" y="187738"/>
                    <a:pt x="335375" y="197358"/>
                  </a:cubicBezTo>
                  <a:cubicBezTo>
                    <a:pt x="335375" y="215646"/>
                    <a:pt x="330994" y="229838"/>
                    <a:pt x="322326" y="239840"/>
                  </a:cubicBezTo>
                  <a:cubicBezTo>
                    <a:pt x="305371" y="260414"/>
                    <a:pt x="281559" y="279368"/>
                    <a:pt x="250698" y="296799"/>
                  </a:cubicBezTo>
                  <a:cubicBezTo>
                    <a:pt x="219837" y="314134"/>
                    <a:pt x="186785" y="322898"/>
                    <a:pt x="151638" y="322898"/>
                  </a:cubicBezTo>
                  <a:cubicBezTo>
                    <a:pt x="103632" y="322898"/>
                    <a:pt x="66389" y="309848"/>
                    <a:pt x="39814" y="283845"/>
                  </a:cubicBezTo>
                  <a:cubicBezTo>
                    <a:pt x="13335" y="257746"/>
                    <a:pt x="0" y="222123"/>
                    <a:pt x="0" y="176879"/>
                  </a:cubicBezTo>
                  <a:cubicBezTo>
                    <a:pt x="0" y="145351"/>
                    <a:pt x="6667" y="115919"/>
                    <a:pt x="19907" y="88773"/>
                  </a:cubicBezTo>
                  <a:cubicBezTo>
                    <a:pt x="33147" y="61627"/>
                    <a:pt x="51530" y="40005"/>
                    <a:pt x="75152" y="24003"/>
                  </a:cubicBezTo>
                  <a:cubicBezTo>
                    <a:pt x="98679" y="8001"/>
                    <a:pt x="125349" y="0"/>
                    <a:pt x="155067" y="0"/>
                  </a:cubicBezTo>
                  <a:cubicBezTo>
                    <a:pt x="181546" y="0"/>
                    <a:pt x="202787" y="7906"/>
                    <a:pt x="218884" y="23622"/>
                  </a:cubicBezTo>
                  <a:cubicBezTo>
                    <a:pt x="234886" y="39433"/>
                    <a:pt x="242888" y="60769"/>
                    <a:pt x="242888" y="87725"/>
                  </a:cubicBezTo>
                  <a:cubicBezTo>
                    <a:pt x="242888" y="119253"/>
                    <a:pt x="231553" y="146399"/>
                    <a:pt x="208978" y="168973"/>
                  </a:cubicBezTo>
                  <a:cubicBezTo>
                    <a:pt x="186404" y="191548"/>
                    <a:pt x="148018" y="209550"/>
                    <a:pt x="94107" y="222790"/>
                  </a:cubicBezTo>
                  <a:cubicBezTo>
                    <a:pt x="105537" y="243840"/>
                    <a:pt x="127254" y="254317"/>
                    <a:pt x="159258" y="254317"/>
                  </a:cubicBezTo>
                  <a:cubicBezTo>
                    <a:pt x="179832" y="254317"/>
                    <a:pt x="203263" y="247078"/>
                    <a:pt x="229552" y="232696"/>
                  </a:cubicBezTo>
                  <a:cubicBezTo>
                    <a:pt x="255841" y="218313"/>
                    <a:pt x="278606" y="199453"/>
                    <a:pt x="297751" y="176117"/>
                  </a:cubicBezTo>
                  <a:cubicBezTo>
                    <a:pt x="303276" y="169736"/>
                    <a:pt x="309372" y="166497"/>
                    <a:pt x="316230" y="166497"/>
                  </a:cubicBezTo>
                  <a:cubicBezTo>
                    <a:pt x="322135" y="166497"/>
                    <a:pt x="326898" y="169259"/>
                    <a:pt x="330327" y="174689"/>
                  </a:cubicBezTo>
                  <a:close/>
                  <a:moveTo>
                    <a:pt x="100489" y="96488"/>
                  </a:moveTo>
                  <a:cubicBezTo>
                    <a:pt x="88868" y="116110"/>
                    <a:pt x="82963" y="139922"/>
                    <a:pt x="82963" y="167830"/>
                  </a:cubicBezTo>
                  <a:lnTo>
                    <a:pt x="82963" y="169164"/>
                  </a:lnTo>
                  <a:cubicBezTo>
                    <a:pt x="109918" y="162782"/>
                    <a:pt x="131159" y="153162"/>
                    <a:pt x="146780" y="140398"/>
                  </a:cubicBezTo>
                  <a:cubicBezTo>
                    <a:pt x="162306" y="127635"/>
                    <a:pt x="170116" y="112776"/>
                    <a:pt x="170116" y="95821"/>
                  </a:cubicBezTo>
                  <a:cubicBezTo>
                    <a:pt x="170116" y="87154"/>
                    <a:pt x="167735" y="80200"/>
                    <a:pt x="162877" y="74866"/>
                  </a:cubicBezTo>
                  <a:cubicBezTo>
                    <a:pt x="158115" y="69628"/>
                    <a:pt x="151543" y="66961"/>
                    <a:pt x="143351" y="66961"/>
                  </a:cubicBezTo>
                  <a:cubicBezTo>
                    <a:pt x="126397" y="66961"/>
                    <a:pt x="112109" y="76771"/>
                    <a:pt x="100489" y="96488"/>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Open Sans"/>
                <a:buNone/>
              </a:pPr>
              <a:endParaRPr sz="2400">
                <a:solidFill>
                  <a:srgbClr val="000000"/>
                </a:solidFill>
                <a:latin typeface="Open Sans" pitchFamily="2" charset="0"/>
                <a:ea typeface="Open Sans" pitchFamily="2" charset="0"/>
                <a:cs typeface="Open Sans" pitchFamily="2" charset="0"/>
                <a:sym typeface="Arial"/>
              </a:endParaRPr>
            </a:p>
          </p:txBody>
        </p:sp>
        <p:sp>
          <p:nvSpPr>
            <p:cNvPr id="18" name="Google Shape;115;p36">
              <a:extLst>
                <a:ext uri="{FF2B5EF4-FFF2-40B4-BE49-F238E27FC236}">
                  <a16:creationId xmlns:a16="http://schemas.microsoft.com/office/drawing/2014/main" id="{9DABB3BF-3071-7F2E-860B-44416043C56C}"/>
                </a:ext>
              </a:extLst>
            </p:cNvPr>
            <p:cNvSpPr/>
            <p:nvPr/>
          </p:nvSpPr>
          <p:spPr>
            <a:xfrm>
              <a:off x="4033629" y="2265104"/>
              <a:ext cx="378428" cy="648176"/>
            </a:xfrm>
            <a:custGeom>
              <a:avLst/>
              <a:gdLst/>
              <a:ahLst/>
              <a:cxnLst/>
              <a:rect l="l" t="t" r="r" b="b"/>
              <a:pathLst>
                <a:path w="378428" h="648176" extrusionOk="0">
                  <a:moveTo>
                    <a:pt x="373666" y="443103"/>
                  </a:moveTo>
                  <a:cubicBezTo>
                    <a:pt x="376809" y="449009"/>
                    <a:pt x="378428" y="456629"/>
                    <a:pt x="378428" y="465773"/>
                  </a:cubicBezTo>
                  <a:cubicBezTo>
                    <a:pt x="378428" y="477203"/>
                    <a:pt x="376809" y="485965"/>
                    <a:pt x="373666" y="492157"/>
                  </a:cubicBezTo>
                  <a:cubicBezTo>
                    <a:pt x="370427" y="498348"/>
                    <a:pt x="365474" y="502539"/>
                    <a:pt x="358616" y="504825"/>
                  </a:cubicBezTo>
                  <a:cubicBezTo>
                    <a:pt x="331184" y="514445"/>
                    <a:pt x="300990" y="519875"/>
                    <a:pt x="268129" y="521303"/>
                  </a:cubicBezTo>
                  <a:cubicBezTo>
                    <a:pt x="258985" y="559213"/>
                    <a:pt x="241745" y="589883"/>
                    <a:pt x="216313" y="613220"/>
                  </a:cubicBezTo>
                  <a:cubicBezTo>
                    <a:pt x="190976" y="636556"/>
                    <a:pt x="162973" y="648176"/>
                    <a:pt x="132302" y="648176"/>
                  </a:cubicBezTo>
                  <a:cubicBezTo>
                    <a:pt x="86106" y="648176"/>
                    <a:pt x="52483" y="630555"/>
                    <a:pt x="31528" y="595408"/>
                  </a:cubicBezTo>
                  <a:cubicBezTo>
                    <a:pt x="10478" y="560165"/>
                    <a:pt x="0" y="509207"/>
                    <a:pt x="0" y="442436"/>
                  </a:cubicBezTo>
                  <a:cubicBezTo>
                    <a:pt x="0" y="383477"/>
                    <a:pt x="7334" y="319373"/>
                    <a:pt x="21907" y="250031"/>
                  </a:cubicBezTo>
                  <a:cubicBezTo>
                    <a:pt x="36576" y="180785"/>
                    <a:pt x="57912" y="121825"/>
                    <a:pt x="86011" y="73057"/>
                  </a:cubicBezTo>
                  <a:cubicBezTo>
                    <a:pt x="114109" y="24384"/>
                    <a:pt x="147638" y="0"/>
                    <a:pt x="186499" y="0"/>
                  </a:cubicBezTo>
                  <a:cubicBezTo>
                    <a:pt x="207550" y="0"/>
                    <a:pt x="224409" y="9049"/>
                    <a:pt x="237268" y="27051"/>
                  </a:cubicBezTo>
                  <a:cubicBezTo>
                    <a:pt x="250031" y="45149"/>
                    <a:pt x="256508" y="68580"/>
                    <a:pt x="256508" y="97346"/>
                  </a:cubicBezTo>
                  <a:cubicBezTo>
                    <a:pt x="256508" y="134874"/>
                    <a:pt x="249364" y="172117"/>
                    <a:pt x="235267" y="209169"/>
                  </a:cubicBezTo>
                  <a:cubicBezTo>
                    <a:pt x="221075" y="246221"/>
                    <a:pt x="197548" y="285083"/>
                    <a:pt x="164592" y="325755"/>
                  </a:cubicBezTo>
                  <a:cubicBezTo>
                    <a:pt x="195167" y="328041"/>
                    <a:pt x="220123" y="340709"/>
                    <a:pt x="239363" y="363855"/>
                  </a:cubicBezTo>
                  <a:cubicBezTo>
                    <a:pt x="258604" y="386906"/>
                    <a:pt x="269938" y="415385"/>
                    <a:pt x="273653" y="449199"/>
                  </a:cubicBezTo>
                  <a:cubicBezTo>
                    <a:pt x="295180" y="447865"/>
                    <a:pt x="320707" y="443294"/>
                    <a:pt x="350425" y="435483"/>
                  </a:cubicBezTo>
                  <a:cubicBezTo>
                    <a:pt x="353187" y="434531"/>
                    <a:pt x="356330" y="434150"/>
                    <a:pt x="360045" y="434150"/>
                  </a:cubicBezTo>
                  <a:cubicBezTo>
                    <a:pt x="365950" y="434150"/>
                    <a:pt x="370522" y="437102"/>
                    <a:pt x="373761" y="443103"/>
                  </a:cubicBezTo>
                  <a:close/>
                  <a:moveTo>
                    <a:pt x="172688" y="557689"/>
                  </a:moveTo>
                  <a:cubicBezTo>
                    <a:pt x="183642" y="545783"/>
                    <a:pt x="190976" y="528638"/>
                    <a:pt x="194596" y="506254"/>
                  </a:cubicBezTo>
                  <a:cubicBezTo>
                    <a:pt x="180404" y="496634"/>
                    <a:pt x="169545" y="484061"/>
                    <a:pt x="162020" y="468535"/>
                  </a:cubicBezTo>
                  <a:cubicBezTo>
                    <a:pt x="154496" y="453009"/>
                    <a:pt x="150686" y="436531"/>
                    <a:pt x="150686" y="419195"/>
                  </a:cubicBezTo>
                  <a:cubicBezTo>
                    <a:pt x="150686" y="412814"/>
                    <a:pt x="151638" y="404146"/>
                    <a:pt x="153448" y="393097"/>
                  </a:cubicBezTo>
                  <a:lnTo>
                    <a:pt x="151352" y="393097"/>
                  </a:lnTo>
                  <a:cubicBezTo>
                    <a:pt x="132588" y="393097"/>
                    <a:pt x="116967" y="402336"/>
                    <a:pt x="104394" y="420910"/>
                  </a:cubicBezTo>
                  <a:cubicBezTo>
                    <a:pt x="91821" y="439388"/>
                    <a:pt x="85534" y="464249"/>
                    <a:pt x="85534" y="495300"/>
                  </a:cubicBezTo>
                  <a:cubicBezTo>
                    <a:pt x="85534" y="521399"/>
                    <a:pt x="90392" y="541211"/>
                    <a:pt x="100298" y="554927"/>
                  </a:cubicBezTo>
                  <a:cubicBezTo>
                    <a:pt x="110109" y="568643"/>
                    <a:pt x="121634" y="575501"/>
                    <a:pt x="134969" y="575501"/>
                  </a:cubicBezTo>
                  <a:cubicBezTo>
                    <a:pt x="149162" y="575501"/>
                    <a:pt x="161734" y="569595"/>
                    <a:pt x="172688" y="557689"/>
                  </a:cubicBezTo>
                  <a:close/>
                  <a:moveTo>
                    <a:pt x="140779" y="108776"/>
                  </a:moveTo>
                  <a:cubicBezTo>
                    <a:pt x="130016" y="136017"/>
                    <a:pt x="120110" y="172879"/>
                    <a:pt x="110966" y="219551"/>
                  </a:cubicBezTo>
                  <a:cubicBezTo>
                    <a:pt x="101822" y="266224"/>
                    <a:pt x="94964" y="317183"/>
                    <a:pt x="90392" y="372523"/>
                  </a:cubicBezTo>
                  <a:cubicBezTo>
                    <a:pt x="120587" y="317183"/>
                    <a:pt x="144685" y="268415"/>
                    <a:pt x="162782" y="226124"/>
                  </a:cubicBezTo>
                  <a:cubicBezTo>
                    <a:pt x="180880" y="183833"/>
                    <a:pt x="189833" y="146209"/>
                    <a:pt x="189833" y="113348"/>
                  </a:cubicBezTo>
                  <a:cubicBezTo>
                    <a:pt x="189833" y="98679"/>
                    <a:pt x="188119" y="87535"/>
                    <a:pt x="184690" y="79724"/>
                  </a:cubicBezTo>
                  <a:cubicBezTo>
                    <a:pt x="181261" y="71914"/>
                    <a:pt x="176593" y="68104"/>
                    <a:pt x="170593" y="68104"/>
                  </a:cubicBezTo>
                  <a:cubicBezTo>
                    <a:pt x="161449" y="68104"/>
                    <a:pt x="151543" y="81725"/>
                    <a:pt x="140779" y="10887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Open Sans"/>
                <a:buNone/>
              </a:pPr>
              <a:endParaRPr sz="2400">
                <a:solidFill>
                  <a:srgbClr val="000000"/>
                </a:solidFill>
                <a:latin typeface="Open Sans" pitchFamily="2" charset="0"/>
                <a:ea typeface="Open Sans" pitchFamily="2" charset="0"/>
                <a:cs typeface="Open Sans" pitchFamily="2" charset="0"/>
                <a:sym typeface="Arial"/>
              </a:endParaRPr>
            </a:p>
          </p:txBody>
        </p:sp>
        <p:sp>
          <p:nvSpPr>
            <p:cNvPr id="19" name="Google Shape;116;p36">
              <a:extLst>
                <a:ext uri="{FF2B5EF4-FFF2-40B4-BE49-F238E27FC236}">
                  <a16:creationId xmlns:a16="http://schemas.microsoft.com/office/drawing/2014/main" id="{0CAA00F4-827B-C9D9-8AC4-7BEA2FC182AB}"/>
                </a:ext>
              </a:extLst>
            </p:cNvPr>
            <p:cNvSpPr/>
            <p:nvPr/>
          </p:nvSpPr>
          <p:spPr>
            <a:xfrm>
              <a:off x="4352431" y="2438078"/>
              <a:ext cx="224885" cy="475106"/>
            </a:xfrm>
            <a:custGeom>
              <a:avLst/>
              <a:gdLst/>
              <a:ahLst/>
              <a:cxnLst/>
              <a:rect l="l" t="t" r="r" b="b"/>
              <a:pathLst>
                <a:path w="224885" h="475106" extrusionOk="0">
                  <a:moveTo>
                    <a:pt x="20193" y="443675"/>
                  </a:moveTo>
                  <a:cubicBezTo>
                    <a:pt x="6667" y="422624"/>
                    <a:pt x="0" y="394716"/>
                    <a:pt x="0" y="360045"/>
                  </a:cubicBezTo>
                  <a:cubicBezTo>
                    <a:pt x="0" y="339471"/>
                    <a:pt x="2667" y="313087"/>
                    <a:pt x="7906" y="280797"/>
                  </a:cubicBezTo>
                  <a:cubicBezTo>
                    <a:pt x="13145" y="248603"/>
                    <a:pt x="19907" y="218504"/>
                    <a:pt x="28099" y="190595"/>
                  </a:cubicBezTo>
                  <a:cubicBezTo>
                    <a:pt x="32195" y="175927"/>
                    <a:pt x="37719" y="165926"/>
                    <a:pt x="44577" y="160401"/>
                  </a:cubicBezTo>
                  <a:cubicBezTo>
                    <a:pt x="51435" y="154877"/>
                    <a:pt x="62389" y="152210"/>
                    <a:pt x="77533" y="152210"/>
                  </a:cubicBezTo>
                  <a:cubicBezTo>
                    <a:pt x="100870" y="152210"/>
                    <a:pt x="112490" y="160020"/>
                    <a:pt x="112490" y="175546"/>
                  </a:cubicBezTo>
                  <a:cubicBezTo>
                    <a:pt x="112490" y="186976"/>
                    <a:pt x="108109" y="213455"/>
                    <a:pt x="99441" y="255080"/>
                  </a:cubicBezTo>
                  <a:cubicBezTo>
                    <a:pt x="88487" y="305372"/>
                    <a:pt x="82963" y="339471"/>
                    <a:pt x="82963" y="357283"/>
                  </a:cubicBezTo>
                  <a:cubicBezTo>
                    <a:pt x="82963" y="370999"/>
                    <a:pt x="84772" y="381476"/>
                    <a:pt x="88487" y="388811"/>
                  </a:cubicBezTo>
                  <a:cubicBezTo>
                    <a:pt x="92107" y="396145"/>
                    <a:pt x="98298" y="399764"/>
                    <a:pt x="106966" y="399764"/>
                  </a:cubicBezTo>
                  <a:cubicBezTo>
                    <a:pt x="115157" y="399764"/>
                    <a:pt x="125444" y="394049"/>
                    <a:pt x="137827" y="382619"/>
                  </a:cubicBezTo>
                  <a:cubicBezTo>
                    <a:pt x="150209" y="371189"/>
                    <a:pt x="166592" y="353092"/>
                    <a:pt x="187166" y="328422"/>
                  </a:cubicBezTo>
                  <a:cubicBezTo>
                    <a:pt x="192691" y="322040"/>
                    <a:pt x="198787" y="318802"/>
                    <a:pt x="205645" y="318802"/>
                  </a:cubicBezTo>
                  <a:cubicBezTo>
                    <a:pt x="211550" y="318802"/>
                    <a:pt x="216313" y="321564"/>
                    <a:pt x="219742" y="326993"/>
                  </a:cubicBezTo>
                  <a:cubicBezTo>
                    <a:pt x="223171" y="332518"/>
                    <a:pt x="224885" y="340043"/>
                    <a:pt x="224885" y="349663"/>
                  </a:cubicBezTo>
                  <a:cubicBezTo>
                    <a:pt x="224885" y="367951"/>
                    <a:pt x="220504" y="382143"/>
                    <a:pt x="211836" y="392144"/>
                  </a:cubicBezTo>
                  <a:cubicBezTo>
                    <a:pt x="166592" y="447484"/>
                    <a:pt x="124301" y="475107"/>
                    <a:pt x="84963" y="475107"/>
                  </a:cubicBezTo>
                  <a:cubicBezTo>
                    <a:pt x="55245" y="475107"/>
                    <a:pt x="33623" y="464630"/>
                    <a:pt x="20193" y="443579"/>
                  </a:cubicBezTo>
                  <a:close/>
                  <a:moveTo>
                    <a:pt x="47244" y="93536"/>
                  </a:moveTo>
                  <a:cubicBezTo>
                    <a:pt x="37624" y="84582"/>
                    <a:pt x="32861" y="72200"/>
                    <a:pt x="32861" y="56197"/>
                  </a:cubicBezTo>
                  <a:cubicBezTo>
                    <a:pt x="32861" y="40196"/>
                    <a:pt x="39148" y="26860"/>
                    <a:pt x="51721" y="16097"/>
                  </a:cubicBezTo>
                  <a:cubicBezTo>
                    <a:pt x="64294" y="5334"/>
                    <a:pt x="79915" y="0"/>
                    <a:pt x="98679" y="0"/>
                  </a:cubicBezTo>
                  <a:cubicBezTo>
                    <a:pt x="115633" y="0"/>
                    <a:pt x="129254" y="4096"/>
                    <a:pt x="139827" y="12383"/>
                  </a:cubicBezTo>
                  <a:cubicBezTo>
                    <a:pt x="150304" y="20574"/>
                    <a:pt x="155638" y="32290"/>
                    <a:pt x="155638" y="47339"/>
                  </a:cubicBezTo>
                  <a:cubicBezTo>
                    <a:pt x="155638" y="65627"/>
                    <a:pt x="149733" y="80105"/>
                    <a:pt x="137827" y="90869"/>
                  </a:cubicBezTo>
                  <a:cubicBezTo>
                    <a:pt x="125921" y="101632"/>
                    <a:pt x="110204" y="106966"/>
                    <a:pt x="90488" y="106966"/>
                  </a:cubicBezTo>
                  <a:cubicBezTo>
                    <a:pt x="70771" y="106966"/>
                    <a:pt x="56864" y="102489"/>
                    <a:pt x="47244" y="93631"/>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Open Sans"/>
                <a:buNone/>
              </a:pPr>
              <a:endParaRPr sz="2400">
                <a:solidFill>
                  <a:srgbClr val="000000"/>
                </a:solidFill>
                <a:latin typeface="Open Sans" pitchFamily="2" charset="0"/>
                <a:ea typeface="Open Sans" pitchFamily="2" charset="0"/>
                <a:cs typeface="Open Sans" pitchFamily="2" charset="0"/>
                <a:sym typeface="Arial"/>
              </a:endParaRPr>
            </a:p>
          </p:txBody>
        </p:sp>
        <p:sp>
          <p:nvSpPr>
            <p:cNvPr id="20" name="Google Shape;117;p36">
              <a:extLst>
                <a:ext uri="{FF2B5EF4-FFF2-40B4-BE49-F238E27FC236}">
                  <a16:creationId xmlns:a16="http://schemas.microsoft.com/office/drawing/2014/main" id="{7AC7A7E3-49DC-9922-5BA6-4542BA8F3C21}"/>
                </a:ext>
              </a:extLst>
            </p:cNvPr>
            <p:cNvSpPr/>
            <p:nvPr/>
          </p:nvSpPr>
          <p:spPr>
            <a:xfrm>
              <a:off x="4511498" y="2590478"/>
              <a:ext cx="335375" cy="322897"/>
            </a:xfrm>
            <a:custGeom>
              <a:avLst/>
              <a:gdLst/>
              <a:ahLst/>
              <a:cxnLst/>
              <a:rect l="l" t="t" r="r" b="b"/>
              <a:pathLst>
                <a:path w="335375" h="322897" extrusionOk="0">
                  <a:moveTo>
                    <a:pt x="330232" y="174689"/>
                  </a:moveTo>
                  <a:cubicBezTo>
                    <a:pt x="333661" y="180213"/>
                    <a:pt x="335375" y="187738"/>
                    <a:pt x="335375" y="197358"/>
                  </a:cubicBezTo>
                  <a:cubicBezTo>
                    <a:pt x="335375" y="215646"/>
                    <a:pt x="330994" y="229838"/>
                    <a:pt x="322326" y="239840"/>
                  </a:cubicBezTo>
                  <a:cubicBezTo>
                    <a:pt x="305371" y="260414"/>
                    <a:pt x="281559" y="279368"/>
                    <a:pt x="250698" y="296799"/>
                  </a:cubicBezTo>
                  <a:cubicBezTo>
                    <a:pt x="219837" y="314134"/>
                    <a:pt x="186785" y="322898"/>
                    <a:pt x="151638" y="322898"/>
                  </a:cubicBezTo>
                  <a:cubicBezTo>
                    <a:pt x="103632" y="322898"/>
                    <a:pt x="66389" y="309848"/>
                    <a:pt x="39815" y="283845"/>
                  </a:cubicBezTo>
                  <a:cubicBezTo>
                    <a:pt x="13335" y="257746"/>
                    <a:pt x="0" y="222123"/>
                    <a:pt x="0" y="176879"/>
                  </a:cubicBezTo>
                  <a:cubicBezTo>
                    <a:pt x="0" y="145351"/>
                    <a:pt x="6668" y="115919"/>
                    <a:pt x="19907" y="88773"/>
                  </a:cubicBezTo>
                  <a:cubicBezTo>
                    <a:pt x="33147" y="61627"/>
                    <a:pt x="51530" y="40005"/>
                    <a:pt x="75152" y="24003"/>
                  </a:cubicBezTo>
                  <a:cubicBezTo>
                    <a:pt x="98679" y="8001"/>
                    <a:pt x="125349" y="0"/>
                    <a:pt x="155067" y="0"/>
                  </a:cubicBezTo>
                  <a:cubicBezTo>
                    <a:pt x="181546" y="0"/>
                    <a:pt x="202883" y="7906"/>
                    <a:pt x="218885" y="23622"/>
                  </a:cubicBezTo>
                  <a:cubicBezTo>
                    <a:pt x="234887" y="39433"/>
                    <a:pt x="242888" y="60769"/>
                    <a:pt x="242888" y="87725"/>
                  </a:cubicBezTo>
                  <a:cubicBezTo>
                    <a:pt x="242888" y="119253"/>
                    <a:pt x="231553" y="146399"/>
                    <a:pt x="208979" y="168973"/>
                  </a:cubicBezTo>
                  <a:cubicBezTo>
                    <a:pt x="186404" y="191548"/>
                    <a:pt x="148019" y="209550"/>
                    <a:pt x="94107" y="222790"/>
                  </a:cubicBezTo>
                  <a:cubicBezTo>
                    <a:pt x="105537" y="243840"/>
                    <a:pt x="127254" y="254317"/>
                    <a:pt x="159258" y="254317"/>
                  </a:cubicBezTo>
                  <a:cubicBezTo>
                    <a:pt x="179832" y="254317"/>
                    <a:pt x="203263" y="247078"/>
                    <a:pt x="229553" y="232696"/>
                  </a:cubicBezTo>
                  <a:cubicBezTo>
                    <a:pt x="255842" y="218313"/>
                    <a:pt x="278606" y="199453"/>
                    <a:pt x="297752" y="176117"/>
                  </a:cubicBezTo>
                  <a:cubicBezTo>
                    <a:pt x="303276" y="169736"/>
                    <a:pt x="309372" y="166497"/>
                    <a:pt x="316230" y="166497"/>
                  </a:cubicBezTo>
                  <a:cubicBezTo>
                    <a:pt x="322136" y="166497"/>
                    <a:pt x="326898" y="169259"/>
                    <a:pt x="330327" y="174689"/>
                  </a:cubicBezTo>
                  <a:close/>
                  <a:moveTo>
                    <a:pt x="100489" y="96488"/>
                  </a:moveTo>
                  <a:cubicBezTo>
                    <a:pt x="88868" y="116110"/>
                    <a:pt x="82963" y="139922"/>
                    <a:pt x="82963" y="167830"/>
                  </a:cubicBezTo>
                  <a:lnTo>
                    <a:pt x="82963" y="169164"/>
                  </a:lnTo>
                  <a:cubicBezTo>
                    <a:pt x="109919" y="162782"/>
                    <a:pt x="131159" y="153162"/>
                    <a:pt x="146780" y="140398"/>
                  </a:cubicBezTo>
                  <a:cubicBezTo>
                    <a:pt x="162306" y="127635"/>
                    <a:pt x="170117" y="112776"/>
                    <a:pt x="170117" y="95821"/>
                  </a:cubicBezTo>
                  <a:cubicBezTo>
                    <a:pt x="170117" y="87154"/>
                    <a:pt x="167735" y="80200"/>
                    <a:pt x="162878" y="74866"/>
                  </a:cubicBezTo>
                  <a:cubicBezTo>
                    <a:pt x="158115" y="69628"/>
                    <a:pt x="151543" y="66961"/>
                    <a:pt x="143351" y="66961"/>
                  </a:cubicBezTo>
                  <a:cubicBezTo>
                    <a:pt x="126397" y="66961"/>
                    <a:pt x="112109" y="76771"/>
                    <a:pt x="100489" y="96488"/>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Open Sans"/>
                <a:buNone/>
              </a:pPr>
              <a:endParaRPr sz="2400">
                <a:solidFill>
                  <a:srgbClr val="000000"/>
                </a:solidFill>
                <a:latin typeface="Open Sans" pitchFamily="2" charset="0"/>
                <a:ea typeface="Open Sans" pitchFamily="2" charset="0"/>
                <a:cs typeface="Open Sans" pitchFamily="2" charset="0"/>
                <a:sym typeface="Arial"/>
              </a:endParaRPr>
            </a:p>
          </p:txBody>
        </p:sp>
        <p:sp>
          <p:nvSpPr>
            <p:cNvPr id="21" name="Google Shape;118;p36">
              <a:extLst>
                <a:ext uri="{FF2B5EF4-FFF2-40B4-BE49-F238E27FC236}">
                  <a16:creationId xmlns:a16="http://schemas.microsoft.com/office/drawing/2014/main" id="{588E9D06-A4DD-6065-EDDC-19559AF4DE6D}"/>
                </a:ext>
              </a:extLst>
            </p:cNvPr>
            <p:cNvSpPr/>
            <p:nvPr/>
          </p:nvSpPr>
          <p:spPr>
            <a:xfrm>
              <a:off x="4750766" y="2582858"/>
              <a:ext cx="273748" cy="345662"/>
            </a:xfrm>
            <a:custGeom>
              <a:avLst/>
              <a:gdLst/>
              <a:ahLst/>
              <a:cxnLst/>
              <a:rect l="l" t="t" r="r" b="b"/>
              <a:pathLst>
                <a:path w="273748" h="345662" extrusionOk="0">
                  <a:moveTo>
                    <a:pt x="113538" y="329089"/>
                  </a:moveTo>
                  <a:cubicBezTo>
                    <a:pt x="100965" y="318135"/>
                    <a:pt x="94679" y="305753"/>
                    <a:pt x="94679" y="292037"/>
                  </a:cubicBezTo>
                  <a:cubicBezTo>
                    <a:pt x="94679" y="280130"/>
                    <a:pt x="99060" y="269843"/>
                    <a:pt x="107728" y="261176"/>
                  </a:cubicBezTo>
                  <a:cubicBezTo>
                    <a:pt x="116396" y="252508"/>
                    <a:pt x="129159" y="248126"/>
                    <a:pt x="146114" y="248126"/>
                  </a:cubicBezTo>
                  <a:cubicBezTo>
                    <a:pt x="152019" y="248126"/>
                    <a:pt x="159068" y="248698"/>
                    <a:pt x="167069" y="249841"/>
                  </a:cubicBezTo>
                  <a:cubicBezTo>
                    <a:pt x="175070" y="250984"/>
                    <a:pt x="181166" y="251841"/>
                    <a:pt x="185261" y="252222"/>
                  </a:cubicBezTo>
                  <a:cubicBezTo>
                    <a:pt x="184785" y="240316"/>
                    <a:pt x="182213" y="229172"/>
                    <a:pt x="177356" y="218599"/>
                  </a:cubicBezTo>
                  <a:cubicBezTo>
                    <a:pt x="172593" y="208121"/>
                    <a:pt x="166497" y="197930"/>
                    <a:pt x="159163" y="188119"/>
                  </a:cubicBezTo>
                  <a:cubicBezTo>
                    <a:pt x="151829" y="178308"/>
                    <a:pt x="144971" y="169736"/>
                    <a:pt x="138589" y="162401"/>
                  </a:cubicBezTo>
                  <a:cubicBezTo>
                    <a:pt x="124397" y="189357"/>
                    <a:pt x="110395" y="211741"/>
                    <a:pt x="96393" y="229648"/>
                  </a:cubicBezTo>
                  <a:cubicBezTo>
                    <a:pt x="82487" y="247460"/>
                    <a:pt x="67247" y="264414"/>
                    <a:pt x="50768" y="280416"/>
                  </a:cubicBezTo>
                  <a:cubicBezTo>
                    <a:pt x="42577" y="288608"/>
                    <a:pt x="33814" y="292798"/>
                    <a:pt x="24670" y="292798"/>
                  </a:cubicBezTo>
                  <a:cubicBezTo>
                    <a:pt x="17336" y="292798"/>
                    <a:pt x="11430" y="290132"/>
                    <a:pt x="6858" y="284893"/>
                  </a:cubicBezTo>
                  <a:cubicBezTo>
                    <a:pt x="2286" y="279654"/>
                    <a:pt x="0" y="273177"/>
                    <a:pt x="0" y="265367"/>
                  </a:cubicBezTo>
                  <a:cubicBezTo>
                    <a:pt x="0" y="256223"/>
                    <a:pt x="3239" y="247745"/>
                    <a:pt x="9620" y="240030"/>
                  </a:cubicBezTo>
                  <a:lnTo>
                    <a:pt x="18574" y="229076"/>
                  </a:lnTo>
                  <a:cubicBezTo>
                    <a:pt x="43720" y="198025"/>
                    <a:pt x="62675" y="172403"/>
                    <a:pt x="75533" y="152305"/>
                  </a:cubicBezTo>
                  <a:cubicBezTo>
                    <a:pt x="83725" y="139065"/>
                    <a:pt x="92107" y="123254"/>
                    <a:pt x="100584" y="104966"/>
                  </a:cubicBezTo>
                  <a:cubicBezTo>
                    <a:pt x="109061" y="86678"/>
                    <a:pt x="120110" y="61722"/>
                    <a:pt x="133826" y="30194"/>
                  </a:cubicBezTo>
                  <a:cubicBezTo>
                    <a:pt x="142494" y="10097"/>
                    <a:pt x="160592" y="0"/>
                    <a:pt x="188024" y="0"/>
                  </a:cubicBezTo>
                  <a:cubicBezTo>
                    <a:pt x="200787" y="0"/>
                    <a:pt x="209741" y="1143"/>
                    <a:pt x="214789" y="3429"/>
                  </a:cubicBezTo>
                  <a:cubicBezTo>
                    <a:pt x="219837" y="5715"/>
                    <a:pt x="222314" y="9335"/>
                    <a:pt x="222314" y="14383"/>
                  </a:cubicBezTo>
                  <a:cubicBezTo>
                    <a:pt x="222314" y="17145"/>
                    <a:pt x="221361" y="21431"/>
                    <a:pt x="219551" y="27432"/>
                  </a:cubicBezTo>
                  <a:cubicBezTo>
                    <a:pt x="217742" y="33338"/>
                    <a:pt x="215170" y="39338"/>
                    <a:pt x="212027" y="45244"/>
                  </a:cubicBezTo>
                  <a:cubicBezTo>
                    <a:pt x="203835" y="61722"/>
                    <a:pt x="199644" y="75629"/>
                    <a:pt x="199644" y="87059"/>
                  </a:cubicBezTo>
                  <a:cubicBezTo>
                    <a:pt x="199644" y="93917"/>
                    <a:pt x="202025" y="101441"/>
                    <a:pt x="206883" y="109728"/>
                  </a:cubicBezTo>
                  <a:cubicBezTo>
                    <a:pt x="211646" y="117920"/>
                    <a:pt x="219075" y="128207"/>
                    <a:pt x="229172" y="140589"/>
                  </a:cubicBezTo>
                  <a:cubicBezTo>
                    <a:pt x="243840" y="159830"/>
                    <a:pt x="254889" y="176117"/>
                    <a:pt x="262414" y="189643"/>
                  </a:cubicBezTo>
                  <a:cubicBezTo>
                    <a:pt x="269939" y="203168"/>
                    <a:pt x="273749" y="217837"/>
                    <a:pt x="273749" y="233839"/>
                  </a:cubicBezTo>
                  <a:cubicBezTo>
                    <a:pt x="273749" y="253079"/>
                    <a:pt x="269272" y="271177"/>
                    <a:pt x="260414" y="288322"/>
                  </a:cubicBezTo>
                  <a:cubicBezTo>
                    <a:pt x="251460" y="305467"/>
                    <a:pt x="239078" y="319278"/>
                    <a:pt x="223076" y="329851"/>
                  </a:cubicBezTo>
                  <a:cubicBezTo>
                    <a:pt x="207074" y="340328"/>
                    <a:pt x="188786" y="345662"/>
                    <a:pt x="168212" y="345662"/>
                  </a:cubicBezTo>
                  <a:cubicBezTo>
                    <a:pt x="144399" y="345662"/>
                    <a:pt x="126302" y="340138"/>
                    <a:pt x="113729" y="329184"/>
                  </a:cubicBez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Open Sans"/>
                <a:buNone/>
              </a:pPr>
              <a:endParaRPr sz="2400">
                <a:solidFill>
                  <a:srgbClr val="000000"/>
                </a:solidFill>
                <a:latin typeface="Open Sans" pitchFamily="2" charset="0"/>
                <a:ea typeface="Open Sans" pitchFamily="2" charset="0"/>
                <a:cs typeface="Open Sans" pitchFamily="2" charset="0"/>
                <a:sym typeface="Arial"/>
              </a:endParaRPr>
            </a:p>
          </p:txBody>
        </p:sp>
      </p:grpSp>
    </p:spTree>
    <p:extLst>
      <p:ext uri="{BB962C8B-B14F-4D97-AF65-F5344CB8AC3E}">
        <p14:creationId xmlns:p14="http://schemas.microsoft.com/office/powerpoint/2010/main" val="4069299233"/>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78" r:id="rId5"/>
    <p:sldLayoutId id="2147483679" r:id="rId6"/>
    <p:sldLayoutId id="2147483680"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81" r:id="rId16"/>
    <p:sldLayoutId id="2147483682" r:id="rId17"/>
    <p:sldLayoutId id="2147483683" r:id="rId18"/>
    <p:sldLayoutId id="2147483684"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85" r:id="rId3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79232" y="47958"/>
            <a:ext cx="8233536" cy="1977427"/>
          </a:xfrm>
          <a:custGeom>
            <a:avLst/>
            <a:gdLst/>
            <a:ahLst/>
            <a:cxnLst/>
            <a:rect l="l" t="t" r="r" b="b"/>
            <a:pathLst>
              <a:path w="12350304" h="2966140">
                <a:moveTo>
                  <a:pt x="0" y="0"/>
                </a:moveTo>
                <a:lnTo>
                  <a:pt x="12350304" y="0"/>
                </a:lnTo>
                <a:lnTo>
                  <a:pt x="12350304" y="2966140"/>
                </a:lnTo>
                <a:lnTo>
                  <a:pt x="0" y="2966140"/>
                </a:lnTo>
                <a:lnTo>
                  <a:pt x="0" y="0"/>
                </a:lnTo>
                <a:close/>
              </a:path>
            </a:pathLst>
          </a:custGeom>
          <a:blipFill>
            <a:blip r:embed="rId2"/>
            <a:stretch>
              <a:fillRect/>
            </a:stretch>
          </a:blipFill>
        </p:spPr>
        <p:txBody>
          <a:bodyPr/>
          <a:lstStyle/>
          <a:p>
            <a:endParaRPr lang="en-US" dirty="0"/>
          </a:p>
        </p:txBody>
      </p:sp>
      <p:sp>
        <p:nvSpPr>
          <p:cNvPr id="3" name="Freeform 3"/>
          <p:cNvSpPr/>
          <p:nvPr/>
        </p:nvSpPr>
        <p:spPr>
          <a:xfrm>
            <a:off x="0" y="1"/>
            <a:ext cx="3462878" cy="1731439"/>
          </a:xfrm>
          <a:custGeom>
            <a:avLst/>
            <a:gdLst/>
            <a:ahLst/>
            <a:cxnLst/>
            <a:rect l="l" t="t" r="r" b="b"/>
            <a:pathLst>
              <a:path w="5194317" h="2597159">
                <a:moveTo>
                  <a:pt x="0" y="0"/>
                </a:moveTo>
                <a:lnTo>
                  <a:pt x="5194317" y="0"/>
                </a:lnTo>
                <a:lnTo>
                  <a:pt x="5194317" y="2597159"/>
                </a:lnTo>
                <a:lnTo>
                  <a:pt x="0" y="2597159"/>
                </a:lnTo>
                <a:lnTo>
                  <a:pt x="0" y="0"/>
                </a:lnTo>
                <a:close/>
              </a:path>
            </a:pathLst>
          </a:custGeom>
          <a:blipFill>
            <a:blip r:embed="rId3"/>
            <a:stretch>
              <a:fillRect/>
            </a:stretch>
          </a:blipFill>
        </p:spPr>
      </p:sp>
      <p:sp>
        <p:nvSpPr>
          <p:cNvPr id="4" name="Freeform 4"/>
          <p:cNvSpPr/>
          <p:nvPr/>
        </p:nvSpPr>
        <p:spPr>
          <a:xfrm>
            <a:off x="9482689" y="0"/>
            <a:ext cx="2023511" cy="1881510"/>
          </a:xfrm>
          <a:custGeom>
            <a:avLst/>
            <a:gdLst/>
            <a:ahLst/>
            <a:cxnLst/>
            <a:rect l="l" t="t" r="r" b="b"/>
            <a:pathLst>
              <a:path w="3035266" h="2822265">
                <a:moveTo>
                  <a:pt x="0" y="0"/>
                </a:moveTo>
                <a:lnTo>
                  <a:pt x="3035266" y="0"/>
                </a:lnTo>
                <a:lnTo>
                  <a:pt x="3035266" y="2822265"/>
                </a:lnTo>
                <a:lnTo>
                  <a:pt x="0" y="2822265"/>
                </a:lnTo>
                <a:lnTo>
                  <a:pt x="0" y="0"/>
                </a:lnTo>
                <a:close/>
              </a:path>
            </a:pathLst>
          </a:custGeom>
          <a:blipFill>
            <a:blip r:embed="rId4"/>
            <a:stretch>
              <a:fillRect/>
            </a:stretch>
          </a:blipFill>
        </p:spPr>
      </p:sp>
      <p:sp>
        <p:nvSpPr>
          <p:cNvPr id="9" name="TextBox 8">
            <a:extLst>
              <a:ext uri="{FF2B5EF4-FFF2-40B4-BE49-F238E27FC236}">
                <a16:creationId xmlns:a16="http://schemas.microsoft.com/office/drawing/2014/main" id="{BF8BD8A4-8FAD-738E-621C-33103969D083}"/>
              </a:ext>
            </a:extLst>
          </p:cNvPr>
          <p:cNvSpPr txBox="1"/>
          <p:nvPr/>
        </p:nvSpPr>
        <p:spPr>
          <a:xfrm>
            <a:off x="3048000" y="2362200"/>
            <a:ext cx="6096000" cy="4195892"/>
          </a:xfrm>
          <a:prstGeom prst="rect">
            <a:avLst/>
          </a:prstGeom>
          <a:noFill/>
        </p:spPr>
        <p:txBody>
          <a:bodyPr wrap="square">
            <a:spAutoFit/>
          </a:bodyPr>
          <a:lstStyle/>
          <a:p>
            <a:pPr algn="ctr">
              <a:buClr>
                <a:schemeClr val="dk1"/>
              </a:buClr>
              <a:buSzPts val="1400"/>
            </a:pPr>
            <a:endParaRPr lang="en-US" sz="1333" dirty="0">
              <a:solidFill>
                <a:srgbClr val="4C4C4C"/>
              </a:solidFill>
              <a:latin typeface="Arial"/>
              <a:ea typeface="Arial"/>
              <a:cs typeface="Arial"/>
              <a:sym typeface="Arial"/>
            </a:endParaRPr>
          </a:p>
          <a:p>
            <a:pPr algn="ctr">
              <a:buClr>
                <a:srgbClr val="000000"/>
              </a:buClr>
              <a:buSzPts val="2000"/>
            </a:pPr>
            <a:r>
              <a:rPr lang="en-US" sz="1867" dirty="0">
                <a:solidFill>
                  <a:srgbClr val="000000"/>
                </a:solidFill>
                <a:latin typeface="Arial"/>
                <a:ea typeface="Arial"/>
                <a:cs typeface="Arial"/>
                <a:sym typeface="Arial"/>
              </a:rPr>
              <a:t>A Project On</a:t>
            </a:r>
            <a:endParaRPr lang="en-US" sz="1867" dirty="0">
              <a:solidFill>
                <a:srgbClr val="4C4C4C"/>
              </a:solidFill>
              <a:latin typeface="Arial"/>
              <a:ea typeface="Arial"/>
              <a:cs typeface="Arial"/>
              <a:sym typeface="Arial"/>
            </a:endParaRPr>
          </a:p>
          <a:p>
            <a:pPr algn="ctr">
              <a:buClr>
                <a:srgbClr val="000000"/>
              </a:buClr>
              <a:buSzPts val="2000"/>
            </a:pPr>
            <a:r>
              <a:rPr lang="en-US" sz="1867" b="1" dirty="0">
                <a:solidFill>
                  <a:srgbClr val="000000"/>
                </a:solidFill>
                <a:latin typeface="Arial"/>
                <a:ea typeface="Arial"/>
                <a:cs typeface="Arial"/>
                <a:sym typeface="Arial"/>
              </a:rPr>
              <a:t>“Sip N’ Bite”</a:t>
            </a:r>
            <a:endParaRPr lang="en-US" sz="1333" dirty="0">
              <a:solidFill>
                <a:srgbClr val="4C4C4C"/>
              </a:solidFill>
              <a:latin typeface="Arial"/>
              <a:ea typeface="Arial"/>
              <a:cs typeface="Arial"/>
              <a:sym typeface="Arial"/>
            </a:endParaRPr>
          </a:p>
          <a:p>
            <a:pPr algn="ctr">
              <a:buClr>
                <a:schemeClr val="dk1"/>
              </a:buClr>
              <a:buSzPts val="1400"/>
            </a:pPr>
            <a:endParaRPr lang="en-US" sz="1333" dirty="0">
              <a:solidFill>
                <a:srgbClr val="4C4C4C"/>
              </a:solidFill>
              <a:latin typeface="Arial"/>
              <a:ea typeface="Arial"/>
              <a:cs typeface="Arial"/>
              <a:sym typeface="Arial"/>
            </a:endParaRPr>
          </a:p>
          <a:p>
            <a:pPr algn="ctr">
              <a:buClr>
                <a:schemeClr val="dk1"/>
              </a:buClr>
              <a:buSzPts val="1400"/>
            </a:pPr>
            <a:endParaRPr lang="en-US" sz="1333" dirty="0">
              <a:solidFill>
                <a:srgbClr val="4C4C4C"/>
              </a:solidFill>
              <a:latin typeface="Arial"/>
              <a:ea typeface="Arial"/>
              <a:cs typeface="Arial"/>
              <a:sym typeface="Arial"/>
            </a:endParaRPr>
          </a:p>
          <a:p>
            <a:pPr algn="ctr">
              <a:buClr>
                <a:schemeClr val="dk1"/>
              </a:buClr>
              <a:buSzPts val="1400"/>
            </a:pPr>
            <a:endParaRPr lang="en-US" sz="1600" dirty="0">
              <a:solidFill>
                <a:srgbClr val="4C4C4C"/>
              </a:solidFill>
              <a:latin typeface="Arial"/>
              <a:ea typeface="Arial"/>
              <a:cs typeface="Arial"/>
              <a:sym typeface="Arial"/>
            </a:endParaRPr>
          </a:p>
          <a:p>
            <a:pPr algn="ctr">
              <a:buClr>
                <a:srgbClr val="000000"/>
              </a:buClr>
              <a:buSzPts val="2000"/>
            </a:pPr>
            <a:r>
              <a:rPr lang="en-US" sz="1600" b="1" dirty="0">
                <a:solidFill>
                  <a:srgbClr val="000000"/>
                </a:solidFill>
                <a:latin typeface="Arial"/>
                <a:ea typeface="Arial"/>
                <a:cs typeface="Arial"/>
                <a:sym typeface="Arial"/>
              </a:rPr>
              <a:t>Presented By</a:t>
            </a:r>
            <a:br>
              <a:rPr lang="en-US" sz="1600" b="1" dirty="0">
                <a:solidFill>
                  <a:srgbClr val="000000"/>
                </a:solidFill>
                <a:latin typeface="Arial"/>
                <a:ea typeface="Arial"/>
                <a:cs typeface="Arial"/>
                <a:sym typeface="Arial"/>
              </a:rPr>
            </a:br>
            <a:endParaRPr lang="en-US" sz="1600" dirty="0">
              <a:solidFill>
                <a:srgbClr val="4C4C4C"/>
              </a:solidFill>
              <a:latin typeface="Arial"/>
              <a:ea typeface="Arial"/>
              <a:cs typeface="Arial"/>
              <a:sym typeface="Arial"/>
            </a:endParaRPr>
          </a:p>
          <a:p>
            <a:pPr algn="ctr">
              <a:buClr>
                <a:srgbClr val="000000"/>
              </a:buClr>
              <a:buSzPts val="2000"/>
            </a:pPr>
            <a:r>
              <a:rPr lang="en-US" sz="1600" dirty="0">
                <a:latin typeface="Arial"/>
                <a:ea typeface="Arial"/>
                <a:cs typeface="Arial"/>
                <a:sym typeface="Arial"/>
              </a:rPr>
              <a:t>Deep Chauhan	ET25MTCA005</a:t>
            </a:r>
            <a:endParaRPr lang="en-US" sz="1600" dirty="0"/>
          </a:p>
          <a:p>
            <a:pPr algn="ctr">
              <a:buClr>
                <a:schemeClr val="dk1"/>
              </a:buClr>
              <a:buSzPts val="1400"/>
            </a:pPr>
            <a:r>
              <a:rPr lang="en-US" sz="1600" dirty="0">
                <a:latin typeface="Arial"/>
                <a:ea typeface="Arial"/>
                <a:cs typeface="Arial"/>
                <a:sym typeface="Arial"/>
              </a:rPr>
              <a:t>Yash Patel	ET25MTCA047</a:t>
            </a:r>
          </a:p>
          <a:p>
            <a:pPr algn="ctr">
              <a:buClr>
                <a:schemeClr val="dk1"/>
              </a:buClr>
              <a:buSzPts val="1400"/>
            </a:pPr>
            <a:r>
              <a:rPr lang="en-US" sz="1600" dirty="0">
                <a:latin typeface="Arial"/>
                <a:ea typeface="Arial"/>
                <a:cs typeface="Arial"/>
                <a:sym typeface="Arial"/>
              </a:rPr>
              <a:t>Prathamesh Viras 	ET25MTCA066</a:t>
            </a:r>
          </a:p>
          <a:p>
            <a:pPr algn="ctr">
              <a:buClr>
                <a:srgbClr val="262626"/>
              </a:buClr>
              <a:buSzPts val="1800"/>
            </a:pPr>
            <a:br>
              <a:rPr lang="en-US" sz="1600" b="1" dirty="0">
                <a:solidFill>
                  <a:srgbClr val="262626"/>
                </a:solidFill>
                <a:latin typeface="Arial"/>
                <a:ea typeface="Arial"/>
                <a:cs typeface="Arial"/>
                <a:sym typeface="Arial"/>
              </a:rPr>
            </a:br>
            <a:br>
              <a:rPr lang="en-US" sz="1600" b="1" dirty="0">
                <a:solidFill>
                  <a:srgbClr val="262626"/>
                </a:solidFill>
                <a:latin typeface="Arial"/>
                <a:ea typeface="Arial"/>
                <a:cs typeface="Arial"/>
                <a:sym typeface="Arial"/>
              </a:rPr>
            </a:br>
            <a:r>
              <a:rPr lang="en-US" sz="1600" b="1" dirty="0">
                <a:solidFill>
                  <a:srgbClr val="262626"/>
                </a:solidFill>
                <a:latin typeface="Arial"/>
                <a:ea typeface="Arial"/>
                <a:cs typeface="Arial"/>
                <a:sym typeface="Arial"/>
              </a:rPr>
              <a:t>MCA I Sem-3</a:t>
            </a:r>
            <a:endParaRPr lang="en-US" sz="1333" b="1" dirty="0">
              <a:solidFill>
                <a:srgbClr val="262626"/>
              </a:solidFill>
              <a:latin typeface="Arial"/>
              <a:ea typeface="Arial"/>
              <a:cs typeface="Arial"/>
              <a:sym typeface="Arial"/>
            </a:endParaRPr>
          </a:p>
          <a:p>
            <a:pPr algn="ctr">
              <a:buClr>
                <a:srgbClr val="000000"/>
              </a:buClr>
              <a:buSzPts val="2000"/>
            </a:pPr>
            <a:r>
              <a:rPr lang="en-US" sz="1600" b="1" dirty="0">
                <a:solidFill>
                  <a:srgbClr val="000000"/>
                </a:solidFill>
                <a:latin typeface="Arial"/>
                <a:ea typeface="Arial"/>
                <a:cs typeface="Arial"/>
                <a:sym typeface="Arial"/>
              </a:rPr>
              <a:t>Under the Guidance of</a:t>
            </a:r>
            <a:endParaRPr lang="en-US" sz="1600" dirty="0">
              <a:solidFill>
                <a:srgbClr val="4C4C4C"/>
              </a:solidFill>
              <a:latin typeface="Arial"/>
              <a:ea typeface="Arial"/>
              <a:cs typeface="Arial"/>
              <a:sym typeface="Arial"/>
            </a:endParaRPr>
          </a:p>
          <a:p>
            <a:pPr algn="ctr">
              <a:buClr>
                <a:srgbClr val="000000"/>
              </a:buClr>
              <a:buSzPts val="2000"/>
            </a:pPr>
            <a:r>
              <a:rPr lang="en-US" sz="1600" dirty="0">
                <a:solidFill>
                  <a:srgbClr val="000000"/>
                </a:solidFill>
                <a:latin typeface="Arial"/>
                <a:ea typeface="Arial"/>
                <a:cs typeface="Arial"/>
                <a:sym typeface="Arial"/>
              </a:rPr>
              <a:t>Prof. Krishna Vaidya</a:t>
            </a:r>
            <a:endParaRPr lang="en-US" sz="1600" dirty="0">
              <a:solidFill>
                <a:srgbClr val="4C4C4C"/>
              </a:solidFill>
              <a:latin typeface="Arial"/>
              <a:ea typeface="Arial"/>
              <a:cs typeface="Arial"/>
              <a:sym typeface="Arial"/>
            </a:endParaRPr>
          </a:p>
          <a:p>
            <a:endParaRPr lang="en-US" sz="1333" dirty="0">
              <a:solidFill>
                <a:srgbClr val="4C4C4C"/>
              </a:solidFill>
              <a:latin typeface="Arial"/>
              <a:ea typeface="Arial"/>
              <a:cs typeface="Arial"/>
              <a:sym typeface="Arial"/>
            </a:endParaRPr>
          </a:p>
        </p:txBody>
      </p:sp>
      <p:pic>
        <p:nvPicPr>
          <p:cNvPr id="10" name="Picture 9">
            <a:extLst>
              <a:ext uri="{FF2B5EF4-FFF2-40B4-BE49-F238E27FC236}">
                <a16:creationId xmlns:a16="http://schemas.microsoft.com/office/drawing/2014/main" id="{EA4827E5-F738-24E2-A176-B8A3F9F9DD41}"/>
              </a:ext>
            </a:extLst>
          </p:cNvPr>
          <p:cNvPicPr>
            <a:picLocks noChangeAspect="1"/>
          </p:cNvPicPr>
          <p:nvPr/>
        </p:nvPicPr>
        <p:blipFill>
          <a:blip r:embed="rId5"/>
          <a:stretch>
            <a:fillRect/>
          </a:stretch>
        </p:blipFill>
        <p:spPr>
          <a:xfrm>
            <a:off x="3333702" y="243827"/>
            <a:ext cx="1104996" cy="3048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55D61-2BC7-B820-F275-1073B5DC301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B75BA6C-037F-1A80-0B7C-A0F0280A042D}"/>
              </a:ext>
            </a:extLst>
          </p:cNvPr>
          <p:cNvSpPr/>
          <p:nvPr/>
        </p:nvSpPr>
        <p:spPr>
          <a:xfrm>
            <a:off x="0" y="1331685"/>
            <a:ext cx="3723411" cy="55263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BF287B1-4206-4290-4C88-2A3B2A715423}"/>
              </a:ext>
            </a:extLst>
          </p:cNvPr>
          <p:cNvSpPr txBox="1"/>
          <p:nvPr/>
        </p:nvSpPr>
        <p:spPr>
          <a:xfrm>
            <a:off x="7431121" y="2659559"/>
            <a:ext cx="5146073" cy="769441"/>
          </a:xfrm>
          <a:prstGeom prst="rect">
            <a:avLst/>
          </a:prstGeom>
          <a:noFill/>
        </p:spPr>
        <p:txBody>
          <a:bodyPr wrap="square" rtlCol="0">
            <a:spAutoFit/>
          </a:bodyPr>
          <a:lstStyle/>
          <a:p>
            <a:r>
              <a:rPr lang="en-US" sz="4400" b="1" spc="200" dirty="0">
                <a:solidFill>
                  <a:schemeClr val="tx1">
                    <a:lumMod val="85000"/>
                    <a:lumOff val="15000"/>
                  </a:schemeClr>
                </a:solidFill>
                <a:latin typeface="+mj-lt"/>
              </a:rPr>
              <a:t>SIP N’ BITE</a:t>
            </a:r>
          </a:p>
        </p:txBody>
      </p:sp>
      <p:pic>
        <p:nvPicPr>
          <p:cNvPr id="18" name="Picture Placeholder 17">
            <a:extLst>
              <a:ext uri="{FF2B5EF4-FFF2-40B4-BE49-F238E27FC236}">
                <a16:creationId xmlns:a16="http://schemas.microsoft.com/office/drawing/2014/main" id="{CF1D710E-C204-3460-F2E8-5590BC464942}"/>
              </a:ext>
            </a:extLst>
          </p:cNvPr>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rcRect t="19827" b="19827"/>
          <a:stretch/>
        </p:blipFill>
        <p:spPr>
          <a:xfrm>
            <a:off x="1861704" y="1016207"/>
            <a:ext cx="4697715" cy="4423540"/>
          </a:xfrm>
        </p:spPr>
      </p:pic>
      <p:sp>
        <p:nvSpPr>
          <p:cNvPr id="2" name="TextBox 1">
            <a:extLst>
              <a:ext uri="{FF2B5EF4-FFF2-40B4-BE49-F238E27FC236}">
                <a16:creationId xmlns:a16="http://schemas.microsoft.com/office/drawing/2014/main" id="{F1E7D92A-B8B9-3CFD-FFEC-0D5710DC9DBF}"/>
              </a:ext>
            </a:extLst>
          </p:cNvPr>
          <p:cNvSpPr txBox="1"/>
          <p:nvPr/>
        </p:nvSpPr>
        <p:spPr>
          <a:xfrm>
            <a:off x="6983252" y="3520889"/>
            <a:ext cx="4087979" cy="253916"/>
          </a:xfrm>
          <a:prstGeom prst="rect">
            <a:avLst/>
          </a:prstGeom>
          <a:noFill/>
        </p:spPr>
        <p:txBody>
          <a:bodyPr wrap="none" rtlCol="0">
            <a:spAutoFit/>
          </a:bodyPr>
          <a:lstStyle/>
          <a:p>
            <a:r>
              <a:rPr lang="en-US" sz="1050" spc="600" dirty="0">
                <a:solidFill>
                  <a:schemeClr val="accent1"/>
                </a:solidFill>
              </a:rPr>
              <a:t>Online Food ordering System</a:t>
            </a:r>
          </a:p>
        </p:txBody>
      </p:sp>
    </p:spTree>
    <p:extLst>
      <p:ext uri="{BB962C8B-B14F-4D97-AF65-F5344CB8AC3E}">
        <p14:creationId xmlns:p14="http://schemas.microsoft.com/office/powerpoint/2010/main" val="24626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Placeholder 29"/>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3824" r="13824"/>
          <a:stretch/>
        </p:blipFill>
        <p:spPr>
          <a:xfrm>
            <a:off x="9582413" y="946139"/>
            <a:ext cx="2609587" cy="4991100"/>
          </a:xfrm>
        </p:spPr>
      </p:pic>
      <p:sp>
        <p:nvSpPr>
          <p:cNvPr id="3" name="Rectangle 2"/>
          <p:cNvSpPr/>
          <p:nvPr/>
        </p:nvSpPr>
        <p:spPr>
          <a:xfrm>
            <a:off x="2514869" y="933450"/>
            <a:ext cx="6867329" cy="49911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99858" y="946139"/>
            <a:ext cx="1914796" cy="954107"/>
          </a:xfrm>
          <a:prstGeom prst="rect">
            <a:avLst/>
          </a:prstGeom>
        </p:spPr>
        <p:txBody>
          <a:bodyPr wrap="square">
            <a:spAutoFit/>
          </a:bodyPr>
          <a:lstStyle/>
          <a:p>
            <a:r>
              <a:rPr lang="en-US" sz="2800" b="1" dirty="0">
                <a:solidFill>
                  <a:schemeClr val="tx1">
                    <a:lumMod val="85000"/>
                    <a:lumOff val="15000"/>
                  </a:schemeClr>
                </a:solidFill>
                <a:latin typeface="+mj-lt"/>
              </a:rPr>
              <a:t>Table of contents</a:t>
            </a:r>
          </a:p>
        </p:txBody>
      </p:sp>
      <p:sp>
        <p:nvSpPr>
          <p:cNvPr id="26" name="TextBox 25">
            <a:extLst>
              <a:ext uri="{FF2B5EF4-FFF2-40B4-BE49-F238E27FC236}">
                <a16:creationId xmlns:a16="http://schemas.microsoft.com/office/drawing/2014/main" id="{BA9B64EE-DDAE-8E20-8AEB-F6F090C94077}"/>
              </a:ext>
            </a:extLst>
          </p:cNvPr>
          <p:cNvSpPr txBox="1"/>
          <p:nvPr/>
        </p:nvSpPr>
        <p:spPr>
          <a:xfrm>
            <a:off x="2818114" y="1095040"/>
            <a:ext cx="6260840" cy="3896451"/>
          </a:xfrm>
          <a:prstGeom prst="rect">
            <a:avLst/>
          </a:prstGeom>
          <a:noFill/>
        </p:spPr>
        <p:txBody>
          <a:bodyPr wrap="square">
            <a:spAutoFit/>
          </a:bodyPr>
          <a:lstStyle/>
          <a:p>
            <a:pPr marL="285750" indent="-285750">
              <a:lnSpc>
                <a:spcPct val="200000"/>
              </a:lnSpc>
              <a:buFont typeface="Wingdings" panose="05000000000000000000" pitchFamily="2" charset="2"/>
              <a:buChar char="§"/>
            </a:pPr>
            <a:r>
              <a:rPr lang="en-GB" sz="1800" dirty="0">
                <a:solidFill>
                  <a:schemeClr val="tx1">
                    <a:lumMod val="85000"/>
                    <a:lumOff val="15000"/>
                  </a:schemeClr>
                </a:solidFill>
                <a:latin typeface="+mj-lt"/>
              </a:rPr>
              <a:t>Abstract &amp; </a:t>
            </a:r>
            <a:r>
              <a:rPr lang="en-GB" dirty="0">
                <a:solidFill>
                  <a:schemeClr val="tx1">
                    <a:lumMod val="85000"/>
                    <a:lumOff val="15000"/>
                  </a:schemeClr>
                </a:solidFill>
              </a:rPr>
              <a:t>Objective</a:t>
            </a:r>
            <a:endParaRPr lang="en-GB" sz="1800" dirty="0">
              <a:solidFill>
                <a:schemeClr val="tx1">
                  <a:lumMod val="85000"/>
                  <a:lumOff val="15000"/>
                </a:schemeClr>
              </a:solidFill>
              <a:latin typeface="+mj-lt"/>
            </a:endParaRPr>
          </a:p>
          <a:p>
            <a:pPr marL="285750" indent="-285750">
              <a:lnSpc>
                <a:spcPct val="200000"/>
              </a:lnSpc>
              <a:buFont typeface="Wingdings" panose="05000000000000000000" pitchFamily="2" charset="2"/>
              <a:buChar char="§"/>
            </a:pPr>
            <a:r>
              <a:rPr lang="en-GB" dirty="0">
                <a:solidFill>
                  <a:schemeClr val="tx1">
                    <a:lumMod val="85000"/>
                    <a:lumOff val="15000"/>
                  </a:schemeClr>
                </a:solidFill>
                <a:latin typeface="+mj-lt"/>
              </a:rPr>
              <a:t>Core Components</a:t>
            </a:r>
          </a:p>
          <a:p>
            <a:pPr marL="285750" indent="-285750">
              <a:lnSpc>
                <a:spcPct val="200000"/>
              </a:lnSpc>
              <a:buFont typeface="Wingdings" panose="05000000000000000000" pitchFamily="2" charset="2"/>
              <a:buChar char="§"/>
            </a:pPr>
            <a:r>
              <a:rPr lang="en-GB" sz="1800" dirty="0">
                <a:solidFill>
                  <a:schemeClr val="tx1">
                    <a:lumMod val="85000"/>
                    <a:lumOff val="15000"/>
                  </a:schemeClr>
                </a:solidFill>
                <a:latin typeface="+mj-lt"/>
              </a:rPr>
              <a:t>System Description</a:t>
            </a:r>
          </a:p>
          <a:p>
            <a:pPr marL="285750" indent="-285750">
              <a:lnSpc>
                <a:spcPct val="200000"/>
              </a:lnSpc>
              <a:buFont typeface="Wingdings" panose="05000000000000000000" pitchFamily="2" charset="2"/>
              <a:buChar char="§"/>
            </a:pPr>
            <a:r>
              <a:rPr lang="en-GB" sz="1800" dirty="0">
                <a:solidFill>
                  <a:schemeClr val="tx1">
                    <a:lumMod val="85000"/>
                    <a:lumOff val="15000"/>
                  </a:schemeClr>
                </a:solidFill>
                <a:latin typeface="+mj-lt"/>
              </a:rPr>
              <a:t>Advantages &amp; </a:t>
            </a:r>
            <a:r>
              <a:rPr lang="en-GB" dirty="0">
                <a:solidFill>
                  <a:schemeClr val="tx1">
                    <a:lumMod val="85000"/>
                    <a:lumOff val="15000"/>
                  </a:schemeClr>
                </a:solidFill>
              </a:rPr>
              <a:t>Limitations</a:t>
            </a:r>
            <a:endParaRPr lang="en-GB" sz="1800" dirty="0">
              <a:solidFill>
                <a:schemeClr val="tx1">
                  <a:lumMod val="85000"/>
                  <a:lumOff val="15000"/>
                </a:schemeClr>
              </a:solidFill>
              <a:latin typeface="+mj-lt"/>
            </a:endParaRPr>
          </a:p>
          <a:p>
            <a:pPr marL="285750" indent="-285750">
              <a:lnSpc>
                <a:spcPct val="200000"/>
              </a:lnSpc>
              <a:buFont typeface="Wingdings" panose="05000000000000000000" pitchFamily="2" charset="2"/>
              <a:buChar char="§"/>
            </a:pPr>
            <a:r>
              <a:rPr lang="en-GB" sz="1800" dirty="0">
                <a:solidFill>
                  <a:schemeClr val="tx1">
                    <a:lumMod val="85000"/>
                    <a:lumOff val="15000"/>
                  </a:schemeClr>
                </a:solidFill>
                <a:latin typeface="+mj-lt"/>
              </a:rPr>
              <a:t>Da</a:t>
            </a:r>
            <a:r>
              <a:rPr lang="en-GB" dirty="0">
                <a:solidFill>
                  <a:schemeClr val="tx1">
                    <a:lumMod val="85000"/>
                    <a:lumOff val="15000"/>
                  </a:schemeClr>
                </a:solidFill>
                <a:latin typeface="+mj-lt"/>
              </a:rPr>
              <a:t>tabase Design/Data dictionary</a:t>
            </a:r>
          </a:p>
          <a:p>
            <a:pPr marL="285750" indent="-285750">
              <a:lnSpc>
                <a:spcPct val="200000"/>
              </a:lnSpc>
              <a:buFont typeface="Wingdings" panose="05000000000000000000" pitchFamily="2" charset="2"/>
              <a:buChar char="§"/>
            </a:pPr>
            <a:r>
              <a:rPr lang="en-GB" sz="1800" dirty="0">
                <a:solidFill>
                  <a:schemeClr val="tx1">
                    <a:lumMod val="85000"/>
                    <a:lumOff val="15000"/>
                  </a:schemeClr>
                </a:solidFill>
                <a:latin typeface="+mj-lt"/>
              </a:rPr>
              <a:t>Diagram</a:t>
            </a:r>
          </a:p>
          <a:p>
            <a:pPr marL="285750" indent="-285750">
              <a:lnSpc>
                <a:spcPct val="200000"/>
              </a:lnSpc>
              <a:buFont typeface="Wingdings" panose="05000000000000000000" pitchFamily="2" charset="2"/>
              <a:buChar char="§"/>
            </a:pPr>
            <a:r>
              <a:rPr lang="en-GB" dirty="0">
                <a:solidFill>
                  <a:schemeClr val="tx1">
                    <a:lumMod val="85000"/>
                    <a:lumOff val="15000"/>
                  </a:schemeClr>
                </a:solidFill>
                <a:latin typeface="+mj-lt"/>
              </a:rPr>
              <a:t>References</a:t>
            </a:r>
            <a:endParaRPr lang="en-US" sz="1800" dirty="0">
              <a:solidFill>
                <a:schemeClr val="tx1">
                  <a:lumMod val="85000"/>
                  <a:lumOff val="15000"/>
                </a:schemeClr>
              </a:solidFill>
              <a:latin typeface="+mj-lt"/>
            </a:endParaRPr>
          </a:p>
        </p:txBody>
      </p:sp>
    </p:spTree>
    <p:extLst>
      <p:ext uri="{BB962C8B-B14F-4D97-AF65-F5344CB8AC3E}">
        <p14:creationId xmlns:p14="http://schemas.microsoft.com/office/powerpoint/2010/main" val="2761264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51884" y="1663832"/>
            <a:ext cx="3578940" cy="45499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Placeholder 21"/>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3736" b="3736"/>
          <a:stretch/>
        </p:blipFill>
        <p:spPr>
          <a:xfrm>
            <a:off x="649305" y="1850897"/>
            <a:ext cx="3726751" cy="4549903"/>
          </a:xfrm>
        </p:spPr>
      </p:pic>
      <p:sp>
        <p:nvSpPr>
          <p:cNvPr id="6" name="Rectangle 5"/>
          <p:cNvSpPr/>
          <p:nvPr/>
        </p:nvSpPr>
        <p:spPr>
          <a:xfrm>
            <a:off x="3584530" y="679943"/>
            <a:ext cx="5022940" cy="523220"/>
          </a:xfrm>
          <a:prstGeom prst="rect">
            <a:avLst/>
          </a:prstGeom>
        </p:spPr>
        <p:txBody>
          <a:bodyPr wrap="square">
            <a:spAutoFit/>
          </a:bodyPr>
          <a:lstStyle/>
          <a:p>
            <a:pPr algn="ctr"/>
            <a:r>
              <a:rPr lang="en-US" sz="2800" b="1" u="sng" dirty="0">
                <a:solidFill>
                  <a:schemeClr val="tx1">
                    <a:lumMod val="85000"/>
                    <a:lumOff val="15000"/>
                  </a:schemeClr>
                </a:solidFill>
                <a:latin typeface="+mj-lt"/>
              </a:rPr>
              <a:t>Abstraction</a:t>
            </a:r>
          </a:p>
        </p:txBody>
      </p:sp>
      <p:sp>
        <p:nvSpPr>
          <p:cNvPr id="14" name="Kotak Teks 3">
            <a:extLst>
              <a:ext uri="{FF2B5EF4-FFF2-40B4-BE49-F238E27FC236}">
                <a16:creationId xmlns:a16="http://schemas.microsoft.com/office/drawing/2014/main" id="{629EECDB-62E6-4342-8C26-2C484DC1878C}"/>
              </a:ext>
            </a:extLst>
          </p:cNvPr>
          <p:cNvSpPr txBox="1"/>
          <p:nvPr/>
        </p:nvSpPr>
        <p:spPr>
          <a:xfrm>
            <a:off x="5725525" y="4539734"/>
            <a:ext cx="740946" cy="369332"/>
          </a:xfrm>
          <a:prstGeom prst="rect">
            <a:avLst/>
          </a:prstGeom>
          <a:noFill/>
        </p:spPr>
        <p:txBody>
          <a:bodyPr wrap="square" rtlCol="0">
            <a:spAutoFit/>
          </a:bodyPr>
          <a:lstStyle/>
          <a:p>
            <a:pPr algn="ctr"/>
            <a:r>
              <a:rPr lang="en-US" sz="1400" b="1">
                <a:solidFill>
                  <a:schemeClr val="bg1"/>
                </a:solidFill>
                <a:ea typeface="Roboto" panose="02000000000000000000" pitchFamily="2" charset="0"/>
                <a:cs typeface="Poppins Medium" panose="00000600000000000000" pitchFamily="2" charset="0"/>
              </a:rPr>
              <a:t>$</a:t>
            </a:r>
            <a:r>
              <a:rPr lang="en-US" b="1">
                <a:solidFill>
                  <a:schemeClr val="bg1"/>
                </a:solidFill>
                <a:ea typeface="Roboto" panose="02000000000000000000" pitchFamily="2" charset="0"/>
                <a:cs typeface="Poppins Medium" panose="00000600000000000000" pitchFamily="2" charset="0"/>
              </a:rPr>
              <a:t>30</a:t>
            </a:r>
            <a:endParaRPr lang="en-US" b="1" baseline="-1000">
              <a:solidFill>
                <a:schemeClr val="bg1"/>
              </a:solidFill>
              <a:ea typeface="Roboto" panose="02000000000000000000" pitchFamily="2" charset="0"/>
              <a:cs typeface="Poppins Medium" panose="00000600000000000000" pitchFamily="2" charset="0"/>
            </a:endParaRPr>
          </a:p>
        </p:txBody>
      </p:sp>
      <p:sp>
        <p:nvSpPr>
          <p:cNvPr id="18" name="Kotak Teks 3">
            <a:extLst>
              <a:ext uri="{FF2B5EF4-FFF2-40B4-BE49-F238E27FC236}">
                <a16:creationId xmlns:a16="http://schemas.microsoft.com/office/drawing/2014/main" id="{629EECDB-62E6-4342-8C26-2C484DC1878C}"/>
              </a:ext>
            </a:extLst>
          </p:cNvPr>
          <p:cNvSpPr txBox="1"/>
          <p:nvPr/>
        </p:nvSpPr>
        <p:spPr>
          <a:xfrm>
            <a:off x="8925927" y="4539734"/>
            <a:ext cx="740946" cy="369332"/>
          </a:xfrm>
          <a:prstGeom prst="rect">
            <a:avLst/>
          </a:prstGeom>
          <a:noFill/>
        </p:spPr>
        <p:txBody>
          <a:bodyPr wrap="square" rtlCol="0">
            <a:spAutoFit/>
          </a:bodyPr>
          <a:lstStyle/>
          <a:p>
            <a:pPr algn="ctr"/>
            <a:r>
              <a:rPr lang="en-US" sz="1400" b="1">
                <a:solidFill>
                  <a:schemeClr val="bg1"/>
                </a:solidFill>
                <a:ea typeface="Roboto" panose="02000000000000000000" pitchFamily="2" charset="0"/>
                <a:cs typeface="Poppins Medium" panose="00000600000000000000" pitchFamily="2" charset="0"/>
              </a:rPr>
              <a:t>$</a:t>
            </a:r>
            <a:r>
              <a:rPr lang="en-US" b="1">
                <a:solidFill>
                  <a:schemeClr val="bg1"/>
                </a:solidFill>
                <a:ea typeface="Roboto" panose="02000000000000000000" pitchFamily="2" charset="0"/>
                <a:cs typeface="Poppins Medium" panose="00000600000000000000" pitchFamily="2" charset="0"/>
              </a:rPr>
              <a:t>25</a:t>
            </a:r>
            <a:endParaRPr lang="en-US" b="1" baseline="-1000">
              <a:solidFill>
                <a:schemeClr val="bg1"/>
              </a:solidFill>
              <a:ea typeface="Roboto" panose="02000000000000000000" pitchFamily="2" charset="0"/>
              <a:cs typeface="Poppins Medium" panose="00000600000000000000" pitchFamily="2" charset="0"/>
            </a:endParaRPr>
          </a:p>
        </p:txBody>
      </p:sp>
      <p:sp>
        <p:nvSpPr>
          <p:cNvPr id="25" name="TextBox 24">
            <a:extLst>
              <a:ext uri="{FF2B5EF4-FFF2-40B4-BE49-F238E27FC236}">
                <a16:creationId xmlns:a16="http://schemas.microsoft.com/office/drawing/2014/main" id="{E8AE6F1C-435E-1DB9-0B3E-24749024273C}"/>
              </a:ext>
            </a:extLst>
          </p:cNvPr>
          <p:cNvSpPr txBox="1"/>
          <p:nvPr/>
        </p:nvSpPr>
        <p:spPr>
          <a:xfrm>
            <a:off x="5030758" y="1514011"/>
            <a:ext cx="6709358" cy="5223674"/>
          </a:xfrm>
          <a:prstGeom prst="rect">
            <a:avLst/>
          </a:prstGeom>
          <a:noFill/>
        </p:spPr>
        <p:txBody>
          <a:bodyPr wrap="square">
            <a:spAutoFit/>
          </a:bodyPr>
          <a:lstStyle/>
          <a:p>
            <a:pPr algn="just">
              <a:lnSpc>
                <a:spcPct val="150000"/>
              </a:lnSpc>
            </a:pPr>
            <a:r>
              <a:rPr lang="en-US" sz="1600" dirty="0"/>
              <a:t>Sip &amp; Bite is a digital food service system designed to make food ordering, table booking, and delivery management easier and faster. The system includes a web application and an Android mobile application for customers, admins, kitchen staff, and delivery staff.</a:t>
            </a:r>
          </a:p>
          <a:p>
            <a:pPr algn="just">
              <a:lnSpc>
                <a:spcPct val="150000"/>
              </a:lnSpc>
            </a:pPr>
            <a:r>
              <a:rPr lang="en-US" sz="1600" dirty="0"/>
              <a:t>The system reduces manual work such as paper-based orders, phone bookings, and cash records. Customers can easily view the food menu, add items to their cart, place orders, book tables, make online payments, and track their deliveries.</a:t>
            </a:r>
          </a:p>
          <a:p>
            <a:pPr algn="just">
              <a:lnSpc>
                <a:spcPct val="150000"/>
              </a:lnSpc>
            </a:pPr>
            <a:r>
              <a:rPr lang="en-US" sz="1600" dirty="0"/>
              <a:t>Admins can manage food items, customer orders, table bookings, payments, and delivery details from the system. Kitchen staff can view and manage food orders, while delivery staff can handle and update delivery status. Overall, Sip &amp; Bite provides a simple, organized, and convenient way to manage restaurant services digitally.</a:t>
            </a:r>
          </a:p>
        </p:txBody>
      </p:sp>
    </p:spTree>
    <p:extLst>
      <p:ext uri="{BB962C8B-B14F-4D97-AF65-F5344CB8AC3E}">
        <p14:creationId xmlns:p14="http://schemas.microsoft.com/office/powerpoint/2010/main" val="1442676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rcRect t="19058" b="19058"/>
          <a:stretch/>
        </p:blipFill>
        <p:spPr>
          <a:xfrm>
            <a:off x="864637" y="1537967"/>
            <a:ext cx="10652929" cy="4532368"/>
          </a:xfrm>
        </p:spPr>
      </p:pic>
      <p:sp>
        <p:nvSpPr>
          <p:cNvPr id="5" name="Rectangle 4"/>
          <p:cNvSpPr/>
          <p:nvPr/>
        </p:nvSpPr>
        <p:spPr>
          <a:xfrm>
            <a:off x="3584530" y="787665"/>
            <a:ext cx="5022940" cy="523220"/>
          </a:xfrm>
          <a:prstGeom prst="rect">
            <a:avLst/>
          </a:prstGeom>
        </p:spPr>
        <p:txBody>
          <a:bodyPr wrap="square">
            <a:spAutoFit/>
          </a:bodyPr>
          <a:lstStyle/>
          <a:p>
            <a:pPr algn="ctr"/>
            <a:r>
              <a:rPr lang="en-US" sz="2800" b="1" dirty="0">
                <a:solidFill>
                  <a:schemeClr val="bg1"/>
                </a:solidFill>
                <a:latin typeface="+mj-lt"/>
              </a:rPr>
              <a:t>Objectives</a:t>
            </a:r>
          </a:p>
        </p:txBody>
      </p:sp>
      <p:sp>
        <p:nvSpPr>
          <p:cNvPr id="11" name="Rectangle 10"/>
          <p:cNvSpPr/>
          <p:nvPr/>
        </p:nvSpPr>
        <p:spPr>
          <a:xfrm>
            <a:off x="853991" y="1536041"/>
            <a:ext cx="10674220" cy="4532368"/>
          </a:xfrm>
          <a:prstGeom prst="rect">
            <a:avLst/>
          </a:prstGeom>
          <a:solidFill>
            <a:schemeClr val="tx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mj-lt"/>
            </a:endParaRPr>
          </a:p>
        </p:txBody>
      </p:sp>
      <p:sp>
        <p:nvSpPr>
          <p:cNvPr id="17" name="Rectangle 16"/>
          <p:cNvSpPr/>
          <p:nvPr/>
        </p:nvSpPr>
        <p:spPr>
          <a:xfrm>
            <a:off x="1017037" y="1716834"/>
            <a:ext cx="10310326" cy="4170782"/>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mj-lt"/>
            </a:endParaRPr>
          </a:p>
        </p:txBody>
      </p:sp>
      <p:grpSp>
        <p:nvGrpSpPr>
          <p:cNvPr id="25" name="Group 24"/>
          <p:cNvGrpSpPr/>
          <p:nvPr/>
        </p:nvGrpSpPr>
        <p:grpSpPr>
          <a:xfrm>
            <a:off x="4821681" y="2010079"/>
            <a:ext cx="2372393" cy="544764"/>
            <a:chOff x="4490702" y="1887565"/>
            <a:chExt cx="2372393" cy="544764"/>
          </a:xfrm>
        </p:grpSpPr>
        <p:sp>
          <p:nvSpPr>
            <p:cNvPr id="28" name="TextBox 27">
              <a:extLst>
                <a:ext uri="{FF2B5EF4-FFF2-40B4-BE49-F238E27FC236}">
                  <a16:creationId xmlns:a16="http://schemas.microsoft.com/office/drawing/2014/main" id="{A08F338B-F77F-4226-AD25-3C248899A153}"/>
                </a:ext>
              </a:extLst>
            </p:cNvPr>
            <p:cNvSpPr txBox="1"/>
            <p:nvPr/>
          </p:nvSpPr>
          <p:spPr>
            <a:xfrm>
              <a:off x="4490702" y="2133786"/>
              <a:ext cx="2372393" cy="298543"/>
            </a:xfrm>
            <a:prstGeom prst="rect">
              <a:avLst/>
            </a:prstGeom>
            <a:noFill/>
          </p:spPr>
          <p:txBody>
            <a:bodyPr wrap="square" rtlCol="0">
              <a:spAutoFit/>
            </a:bodyPr>
            <a:lstStyle/>
            <a:p>
              <a:pPr algn="ctr">
                <a:lnSpc>
                  <a:spcPct val="150000"/>
                </a:lnSpc>
              </a:pPr>
              <a:endParaRPr lang="id-ID" sz="1000" dirty="0">
                <a:solidFill>
                  <a:schemeClr val="bg1"/>
                </a:solidFill>
                <a:latin typeface="+mj-lt"/>
                <a:ea typeface="Open Sans" panose="020B0606030504020204" pitchFamily="34" charset="0"/>
                <a:cs typeface="Open Sans" panose="020B0606030504020204" pitchFamily="34" charset="0"/>
              </a:endParaRPr>
            </a:p>
          </p:txBody>
        </p:sp>
        <p:sp>
          <p:nvSpPr>
            <p:cNvPr id="29" name="Rectangle 28"/>
            <p:cNvSpPr/>
            <p:nvPr/>
          </p:nvSpPr>
          <p:spPr>
            <a:xfrm>
              <a:off x="5048566" y="1887565"/>
              <a:ext cx="1814529" cy="307777"/>
            </a:xfrm>
            <a:prstGeom prst="rect">
              <a:avLst/>
            </a:prstGeom>
          </p:spPr>
          <p:txBody>
            <a:bodyPr wrap="square">
              <a:spAutoFit/>
            </a:bodyPr>
            <a:lstStyle/>
            <a:p>
              <a:pPr algn="ctr"/>
              <a:endParaRPr lang="en-US" sz="1400" b="1" dirty="0">
                <a:solidFill>
                  <a:schemeClr val="bg1"/>
                </a:solidFill>
                <a:latin typeface="+mj-lt"/>
              </a:endParaRPr>
            </a:p>
          </p:txBody>
        </p:sp>
      </p:grpSp>
      <p:sp>
        <p:nvSpPr>
          <p:cNvPr id="32" name="Google Shape;368;p42">
            <a:extLst>
              <a:ext uri="{FF2B5EF4-FFF2-40B4-BE49-F238E27FC236}">
                <a16:creationId xmlns:a16="http://schemas.microsoft.com/office/drawing/2014/main" id="{8BD052DC-0D36-95E8-A8E1-D6763BF40BDB}"/>
              </a:ext>
            </a:extLst>
          </p:cNvPr>
          <p:cNvSpPr txBox="1">
            <a:spLocks/>
          </p:cNvSpPr>
          <p:nvPr/>
        </p:nvSpPr>
        <p:spPr>
          <a:xfrm>
            <a:off x="1714444" y="2432440"/>
            <a:ext cx="2456100" cy="7443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400" dirty="0">
                <a:solidFill>
                  <a:schemeClr val="bg1"/>
                </a:solidFill>
                <a:latin typeface="+mj-lt"/>
              </a:rPr>
              <a:t>Customers can see food items, choose it ,pick the amount, and order online.</a:t>
            </a:r>
          </a:p>
        </p:txBody>
      </p:sp>
      <p:sp>
        <p:nvSpPr>
          <p:cNvPr id="33" name="Google Shape;369;p42">
            <a:extLst>
              <a:ext uri="{FF2B5EF4-FFF2-40B4-BE49-F238E27FC236}">
                <a16:creationId xmlns:a16="http://schemas.microsoft.com/office/drawing/2014/main" id="{9429022D-120C-6703-DF1F-1EE36408241F}"/>
              </a:ext>
            </a:extLst>
          </p:cNvPr>
          <p:cNvSpPr txBox="1">
            <a:spLocks/>
          </p:cNvSpPr>
          <p:nvPr/>
        </p:nvSpPr>
        <p:spPr>
          <a:xfrm>
            <a:off x="1691308" y="1881312"/>
            <a:ext cx="2940170" cy="4152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1600" b="1" dirty="0">
                <a:solidFill>
                  <a:schemeClr val="bg1"/>
                </a:solidFill>
                <a:latin typeface="+mj-lt"/>
              </a:rPr>
              <a:t>Digital Menu &amp; Ordering</a:t>
            </a:r>
          </a:p>
        </p:txBody>
      </p:sp>
      <p:sp>
        <p:nvSpPr>
          <p:cNvPr id="34" name="Google Shape;370;p42">
            <a:extLst>
              <a:ext uri="{FF2B5EF4-FFF2-40B4-BE49-F238E27FC236}">
                <a16:creationId xmlns:a16="http://schemas.microsoft.com/office/drawing/2014/main" id="{5A7D3057-2327-7A6A-6928-D0963D20DDDC}"/>
              </a:ext>
            </a:extLst>
          </p:cNvPr>
          <p:cNvSpPr txBox="1">
            <a:spLocks/>
          </p:cNvSpPr>
          <p:nvPr/>
        </p:nvSpPr>
        <p:spPr>
          <a:xfrm>
            <a:off x="5058759" y="2409775"/>
            <a:ext cx="2456100" cy="7443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400" dirty="0">
                <a:solidFill>
                  <a:schemeClr val="bg1"/>
                </a:solidFill>
                <a:latin typeface="+mj-lt"/>
              </a:rPr>
              <a:t>Customers pick a date, time, and number of guests to book a table with no double-booking.</a:t>
            </a:r>
          </a:p>
        </p:txBody>
      </p:sp>
      <p:sp>
        <p:nvSpPr>
          <p:cNvPr id="35" name="Google Shape;371;p42">
            <a:extLst>
              <a:ext uri="{FF2B5EF4-FFF2-40B4-BE49-F238E27FC236}">
                <a16:creationId xmlns:a16="http://schemas.microsoft.com/office/drawing/2014/main" id="{CE81D100-E075-1E44-68B8-4F6812444F1C}"/>
              </a:ext>
            </a:extLst>
          </p:cNvPr>
          <p:cNvSpPr txBox="1">
            <a:spLocks/>
          </p:cNvSpPr>
          <p:nvPr/>
        </p:nvSpPr>
        <p:spPr>
          <a:xfrm>
            <a:off x="5040699" y="1881312"/>
            <a:ext cx="3149338" cy="551128"/>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1600" b="1" dirty="0">
                <a:solidFill>
                  <a:schemeClr val="bg1"/>
                </a:solidFill>
                <a:latin typeface="+mj-lt"/>
              </a:rPr>
              <a:t>Real-Time Table Booking</a:t>
            </a:r>
          </a:p>
        </p:txBody>
      </p:sp>
      <p:sp>
        <p:nvSpPr>
          <p:cNvPr id="36" name="Google Shape;372;p42">
            <a:extLst>
              <a:ext uri="{FF2B5EF4-FFF2-40B4-BE49-F238E27FC236}">
                <a16:creationId xmlns:a16="http://schemas.microsoft.com/office/drawing/2014/main" id="{23A225BA-AF2A-F778-A161-21476A3EE93F}"/>
              </a:ext>
            </a:extLst>
          </p:cNvPr>
          <p:cNvSpPr txBox="1">
            <a:spLocks/>
          </p:cNvSpPr>
          <p:nvPr/>
        </p:nvSpPr>
        <p:spPr>
          <a:xfrm>
            <a:off x="8200682" y="2342299"/>
            <a:ext cx="2456100" cy="7443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400" dirty="0">
                <a:solidFill>
                  <a:schemeClr val="bg1"/>
                </a:solidFill>
                <a:latin typeface="+mj-lt"/>
              </a:rPr>
              <a:t>The system works out delivery distance, delivery time, and tracks the rider live.</a:t>
            </a:r>
          </a:p>
        </p:txBody>
      </p:sp>
      <p:sp>
        <p:nvSpPr>
          <p:cNvPr id="37" name="Google Shape;373;p42">
            <a:extLst>
              <a:ext uri="{FF2B5EF4-FFF2-40B4-BE49-F238E27FC236}">
                <a16:creationId xmlns:a16="http://schemas.microsoft.com/office/drawing/2014/main" id="{DC666FD7-DCEE-2979-C02F-88B9F46A1A57}"/>
              </a:ext>
            </a:extLst>
          </p:cNvPr>
          <p:cNvSpPr txBox="1">
            <a:spLocks/>
          </p:cNvSpPr>
          <p:nvPr/>
        </p:nvSpPr>
        <p:spPr>
          <a:xfrm>
            <a:off x="8214615" y="1927099"/>
            <a:ext cx="2624500" cy="390757"/>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1600" b="1" dirty="0">
                <a:solidFill>
                  <a:schemeClr val="bg1"/>
                </a:solidFill>
                <a:latin typeface="+mj-lt"/>
              </a:rPr>
              <a:t>Delivery Tracking</a:t>
            </a:r>
          </a:p>
        </p:txBody>
      </p:sp>
      <p:sp>
        <p:nvSpPr>
          <p:cNvPr id="38" name="Google Shape;374;p42">
            <a:extLst>
              <a:ext uri="{FF2B5EF4-FFF2-40B4-BE49-F238E27FC236}">
                <a16:creationId xmlns:a16="http://schemas.microsoft.com/office/drawing/2014/main" id="{F97E9A4C-5527-29EC-822A-AE016D20504D}"/>
              </a:ext>
            </a:extLst>
          </p:cNvPr>
          <p:cNvSpPr txBox="1">
            <a:spLocks/>
          </p:cNvSpPr>
          <p:nvPr/>
        </p:nvSpPr>
        <p:spPr>
          <a:xfrm>
            <a:off x="1592695" y="4433213"/>
            <a:ext cx="2456100" cy="7443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400" dirty="0">
                <a:solidFill>
                  <a:schemeClr val="bg1"/>
                </a:solidFill>
                <a:latin typeface="+mj-lt"/>
              </a:rPr>
              <a:t>Admin, Delivery Partner, and Customer each get their own screen and tools.</a:t>
            </a:r>
          </a:p>
        </p:txBody>
      </p:sp>
      <p:sp>
        <p:nvSpPr>
          <p:cNvPr id="39" name="Google Shape;375;p42">
            <a:extLst>
              <a:ext uri="{FF2B5EF4-FFF2-40B4-BE49-F238E27FC236}">
                <a16:creationId xmlns:a16="http://schemas.microsoft.com/office/drawing/2014/main" id="{0101AEF4-A423-F61D-7EC9-92A2CEDE1363}"/>
              </a:ext>
            </a:extLst>
          </p:cNvPr>
          <p:cNvSpPr txBox="1">
            <a:spLocks/>
          </p:cNvSpPr>
          <p:nvPr/>
        </p:nvSpPr>
        <p:spPr>
          <a:xfrm>
            <a:off x="1592695" y="3839146"/>
            <a:ext cx="2456100" cy="4152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1600" b="1" dirty="0">
                <a:solidFill>
                  <a:schemeClr val="bg1"/>
                </a:solidFill>
                <a:latin typeface="+mj-lt"/>
              </a:rPr>
              <a:t>Different User Roles</a:t>
            </a:r>
          </a:p>
        </p:txBody>
      </p:sp>
      <p:sp>
        <p:nvSpPr>
          <p:cNvPr id="40" name="Google Shape;376;p42">
            <a:extLst>
              <a:ext uri="{FF2B5EF4-FFF2-40B4-BE49-F238E27FC236}">
                <a16:creationId xmlns:a16="http://schemas.microsoft.com/office/drawing/2014/main" id="{6B44637F-DBBF-DAEA-A307-673224CC5C79}"/>
              </a:ext>
            </a:extLst>
          </p:cNvPr>
          <p:cNvSpPr txBox="1">
            <a:spLocks/>
          </p:cNvSpPr>
          <p:nvPr/>
        </p:nvSpPr>
        <p:spPr>
          <a:xfrm>
            <a:off x="5209099" y="4326965"/>
            <a:ext cx="2456100" cy="7443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400" dirty="0">
                <a:solidFill>
                  <a:schemeClr val="bg1"/>
                </a:solidFill>
                <a:latin typeface="+mj-lt"/>
              </a:rPr>
              <a:t>Customers can pay online (card, UPI, net banking) or choose Cash on Delivery.</a:t>
            </a:r>
          </a:p>
        </p:txBody>
      </p:sp>
      <p:sp>
        <p:nvSpPr>
          <p:cNvPr id="43" name="Google Shape;379;p42">
            <a:extLst>
              <a:ext uri="{FF2B5EF4-FFF2-40B4-BE49-F238E27FC236}">
                <a16:creationId xmlns:a16="http://schemas.microsoft.com/office/drawing/2014/main" id="{3F027895-8DC8-B04C-98AD-5BF5E66159A4}"/>
              </a:ext>
            </a:extLst>
          </p:cNvPr>
          <p:cNvSpPr txBox="1">
            <a:spLocks/>
          </p:cNvSpPr>
          <p:nvPr/>
        </p:nvSpPr>
        <p:spPr>
          <a:xfrm>
            <a:off x="8274643" y="3685257"/>
            <a:ext cx="2456100" cy="4152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1400" b="1" dirty="0">
                <a:solidFill>
                  <a:schemeClr val="bg1"/>
                </a:solidFill>
                <a:latin typeface="+mj-lt"/>
              </a:rPr>
              <a:t>Feedback &amp; Ratings</a:t>
            </a:r>
          </a:p>
        </p:txBody>
      </p:sp>
      <p:sp>
        <p:nvSpPr>
          <p:cNvPr id="44" name="TextBox 43">
            <a:extLst>
              <a:ext uri="{FF2B5EF4-FFF2-40B4-BE49-F238E27FC236}">
                <a16:creationId xmlns:a16="http://schemas.microsoft.com/office/drawing/2014/main" id="{4D21719C-C4D7-47CF-DFF6-9D5F471802DB}"/>
              </a:ext>
            </a:extLst>
          </p:cNvPr>
          <p:cNvSpPr txBox="1"/>
          <p:nvPr/>
        </p:nvSpPr>
        <p:spPr>
          <a:xfrm>
            <a:off x="5209099" y="3892857"/>
            <a:ext cx="2875341" cy="338554"/>
          </a:xfrm>
          <a:prstGeom prst="rect">
            <a:avLst/>
          </a:prstGeom>
          <a:noFill/>
        </p:spPr>
        <p:txBody>
          <a:bodyPr wrap="square">
            <a:spAutoFit/>
          </a:bodyPr>
          <a:lstStyle/>
          <a:p>
            <a:pPr marL="285750" indent="-285750" algn="ctr">
              <a:buFont typeface="Wingdings" panose="05000000000000000000" pitchFamily="2" charset="2"/>
              <a:buChar char="§"/>
            </a:pPr>
            <a:r>
              <a:rPr lang="en-GB" sz="1600" b="1" dirty="0">
                <a:solidFill>
                  <a:schemeClr val="bg1"/>
                </a:solidFill>
                <a:latin typeface="+mj-lt"/>
              </a:rPr>
              <a:t>Easy &amp; Safe Payments</a:t>
            </a:r>
          </a:p>
        </p:txBody>
      </p:sp>
      <p:sp>
        <p:nvSpPr>
          <p:cNvPr id="46" name="Rectangle 45">
            <a:extLst>
              <a:ext uri="{FF2B5EF4-FFF2-40B4-BE49-F238E27FC236}">
                <a16:creationId xmlns:a16="http://schemas.microsoft.com/office/drawing/2014/main" id="{4B510638-0B52-E141-D9D9-7C80507CFA9B}"/>
              </a:ext>
            </a:extLst>
          </p:cNvPr>
          <p:cNvSpPr/>
          <p:nvPr/>
        </p:nvSpPr>
        <p:spPr>
          <a:xfrm>
            <a:off x="3584530" y="679943"/>
            <a:ext cx="5022940" cy="523220"/>
          </a:xfrm>
          <a:prstGeom prst="rect">
            <a:avLst/>
          </a:prstGeom>
        </p:spPr>
        <p:txBody>
          <a:bodyPr wrap="square">
            <a:spAutoFit/>
          </a:bodyPr>
          <a:lstStyle/>
          <a:p>
            <a:pPr algn="ctr"/>
            <a:r>
              <a:rPr lang="en-US" sz="2800" b="1" u="sng" dirty="0">
                <a:solidFill>
                  <a:schemeClr val="tx1">
                    <a:lumMod val="85000"/>
                    <a:lumOff val="15000"/>
                  </a:schemeClr>
                </a:solidFill>
                <a:latin typeface="+mj-lt"/>
              </a:rPr>
              <a:t>Objectives</a:t>
            </a:r>
          </a:p>
        </p:txBody>
      </p:sp>
      <p:sp>
        <p:nvSpPr>
          <p:cNvPr id="50" name="TextBox 49">
            <a:extLst>
              <a:ext uri="{FF2B5EF4-FFF2-40B4-BE49-F238E27FC236}">
                <a16:creationId xmlns:a16="http://schemas.microsoft.com/office/drawing/2014/main" id="{076EBA77-89B5-9A73-1092-B9AF4D92C17A}"/>
              </a:ext>
            </a:extLst>
          </p:cNvPr>
          <p:cNvSpPr txBox="1"/>
          <p:nvPr/>
        </p:nvSpPr>
        <p:spPr>
          <a:xfrm>
            <a:off x="8298322" y="4329783"/>
            <a:ext cx="2372393" cy="954107"/>
          </a:xfrm>
          <a:prstGeom prst="rect">
            <a:avLst/>
          </a:prstGeom>
          <a:noFill/>
        </p:spPr>
        <p:txBody>
          <a:bodyPr wrap="square">
            <a:spAutoFit/>
          </a:bodyPr>
          <a:lstStyle/>
          <a:p>
            <a:pPr marL="0" lvl="0" indent="0" algn="just"/>
            <a:r>
              <a:rPr lang="en-US" sz="1400" dirty="0">
                <a:solidFill>
                  <a:schemeClr val="bg1"/>
                </a:solidFill>
                <a:latin typeface="+mj-lt"/>
              </a:rPr>
              <a:t>Customers rate their food and give comments to help the restaurant improve.</a:t>
            </a:r>
          </a:p>
        </p:txBody>
      </p:sp>
    </p:spTree>
    <p:extLst>
      <p:ext uri="{BB962C8B-B14F-4D97-AF65-F5344CB8AC3E}">
        <p14:creationId xmlns:p14="http://schemas.microsoft.com/office/powerpoint/2010/main" val="3734386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566928"/>
            <a:ext cx="10515600" cy="640080"/>
          </a:xfrm>
          <a:prstGeom prst="rect">
            <a:avLst/>
          </a:prstGeom>
          <a:noFill/>
          <a:ln/>
        </p:spPr>
        <p:txBody>
          <a:bodyPr wrap="square" lIns="0" tIns="0" rIns="0" bIns="0" rtlCol="0" anchor="ctr"/>
          <a:lstStyle/>
          <a:p>
            <a:pPr marL="0" indent="0" algn="ctr">
              <a:buNone/>
            </a:pPr>
            <a:r>
              <a:rPr lang="en-US" sz="3000" b="1" dirty="0">
                <a:solidFill>
                  <a:srgbClr val="2F3C7E"/>
                </a:solidFill>
                <a:latin typeface="Cambria" pitchFamily="34" charset="0"/>
                <a:ea typeface="Cambria" pitchFamily="34" charset="-122"/>
                <a:cs typeface="Cambria" pitchFamily="34" charset="-120"/>
              </a:rPr>
              <a:t>Core </a:t>
            </a:r>
            <a:r>
              <a:rPr lang="en-US" sz="3000" b="1" dirty="0">
                <a:latin typeface="Cambria" pitchFamily="34" charset="0"/>
                <a:ea typeface="Cambria" pitchFamily="34" charset="-122"/>
                <a:cs typeface="Cambria" pitchFamily="34" charset="-120"/>
              </a:rPr>
              <a:t>Components</a:t>
            </a:r>
            <a:endParaRPr lang="en-US" sz="3000" dirty="0"/>
          </a:p>
        </p:txBody>
      </p:sp>
      <p:sp>
        <p:nvSpPr>
          <p:cNvPr id="4" name="Shape 2"/>
          <p:cNvSpPr/>
          <p:nvPr/>
        </p:nvSpPr>
        <p:spPr>
          <a:xfrm>
            <a:off x="548640" y="1554480"/>
            <a:ext cx="2084832" cy="4389120"/>
          </a:xfrm>
          <a:prstGeom prst="roundRect">
            <a:avLst>
              <a:gd name="adj" fmla="val 5263"/>
            </a:avLst>
          </a:prstGeom>
          <a:solidFill>
            <a:srgbClr val="2F3C7E"/>
          </a:solidFill>
          <a:ln/>
        </p:spPr>
      </p:sp>
      <p:sp>
        <p:nvSpPr>
          <p:cNvPr id="5" name="Shape 3"/>
          <p:cNvSpPr/>
          <p:nvPr/>
        </p:nvSpPr>
        <p:spPr>
          <a:xfrm>
            <a:off x="1271016" y="1874520"/>
            <a:ext cx="640080" cy="640080"/>
          </a:xfrm>
          <a:prstGeom prst="ellipse">
            <a:avLst/>
          </a:prstGeom>
          <a:solidFill>
            <a:srgbClr val="FFFFFF"/>
          </a:solidFill>
          <a:ln/>
        </p:spPr>
      </p:sp>
      <p:sp>
        <p:nvSpPr>
          <p:cNvPr id="6" name="Text 4"/>
          <p:cNvSpPr txBox="1"/>
          <p:nvPr/>
        </p:nvSpPr>
        <p:spPr>
          <a:xfrm>
            <a:off x="1271016" y="1874520"/>
            <a:ext cx="640080" cy="640080"/>
          </a:xfrm>
          <a:prstGeom prst="rect">
            <a:avLst/>
          </a:prstGeom>
          <a:noFill/>
          <a:ln/>
        </p:spPr>
        <p:txBody>
          <a:bodyPr wrap="square" lIns="0" tIns="0" rIns="0" bIns="0" rtlCol="0" anchor="ctr"/>
          <a:lstStyle/>
          <a:p>
            <a:pPr marL="0" indent="0" algn="ctr">
              <a:buNone/>
            </a:pPr>
            <a:r>
              <a:rPr lang="en-US" sz="2200" b="1" dirty="0">
                <a:solidFill>
                  <a:srgbClr val="2F3C7E"/>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713232" y="2743200"/>
            <a:ext cx="1755648" cy="822960"/>
          </a:xfrm>
          <a:prstGeom prst="rect">
            <a:avLst/>
          </a:prstGeom>
          <a:noFill/>
          <a:ln/>
        </p:spPr>
        <p:txBody>
          <a:bodyPr wrap="square" lIns="0" tIns="0" rIns="0" bIns="0" rtlCol="0" anchor="ctr"/>
          <a:lstStyle/>
          <a:p>
            <a:pPr marL="0" indent="0" algn="ctr">
              <a:buNone/>
            </a:pPr>
            <a:r>
              <a:rPr lang="en-US" sz="1400" b="1" dirty="0">
                <a:solidFill>
                  <a:srgbClr val="FFFFFF"/>
                </a:solidFill>
                <a:ea typeface="Cambria" pitchFamily="34" charset="-122"/>
                <a:cs typeface="Cambria" pitchFamily="34" charset="-120"/>
              </a:rPr>
              <a:t>Web Backend &amp; Admin Panel</a:t>
            </a:r>
            <a:endParaRPr lang="en-US" sz="1400" dirty="0"/>
          </a:p>
        </p:txBody>
      </p:sp>
      <p:sp>
        <p:nvSpPr>
          <p:cNvPr id="8" name="Text 6"/>
          <p:cNvSpPr txBox="1"/>
          <p:nvPr/>
        </p:nvSpPr>
        <p:spPr>
          <a:xfrm>
            <a:off x="731520" y="3611880"/>
            <a:ext cx="1719072" cy="2194560"/>
          </a:xfrm>
          <a:prstGeom prst="rect">
            <a:avLst/>
          </a:prstGeom>
          <a:noFill/>
          <a:ln/>
        </p:spPr>
        <p:txBody>
          <a:bodyPr wrap="square" lIns="0" tIns="0" rIns="0" bIns="0" rtlCol="0" anchor="ctr"/>
          <a:lstStyle/>
          <a:p>
            <a:pPr marL="0" indent="0" algn="ctr">
              <a:lnSpc>
                <a:spcPct val="120000"/>
              </a:lnSpc>
              <a:buNone/>
            </a:pPr>
            <a:r>
              <a:rPr lang="en-US" sz="1200" dirty="0">
                <a:solidFill>
                  <a:srgbClr val="F0F0F0"/>
                </a:solidFill>
                <a:ea typeface="Calibri" pitchFamily="34" charset="-122"/>
                <a:cs typeface="Calibri" pitchFamily="34" charset="-120"/>
              </a:rPr>
              <a:t>Built with the Laravel framework. This is where the restaurant manages everything.</a:t>
            </a:r>
            <a:endParaRPr lang="en-US" sz="1200" dirty="0"/>
          </a:p>
        </p:txBody>
      </p:sp>
      <p:sp>
        <p:nvSpPr>
          <p:cNvPr id="9" name="Shape 7"/>
          <p:cNvSpPr/>
          <p:nvPr/>
        </p:nvSpPr>
        <p:spPr>
          <a:xfrm>
            <a:off x="2798064" y="1554480"/>
            <a:ext cx="2084832" cy="4389120"/>
          </a:xfrm>
          <a:prstGeom prst="roundRect">
            <a:avLst>
              <a:gd name="adj" fmla="val 5263"/>
            </a:avLst>
          </a:prstGeom>
          <a:solidFill>
            <a:schemeClr val="accent1">
              <a:lumMod val="60000"/>
              <a:lumOff val="40000"/>
            </a:schemeClr>
          </a:solidFill>
          <a:ln>
            <a:solidFill>
              <a:schemeClr val="accent1"/>
            </a:solidFill>
          </a:ln>
        </p:spPr>
      </p:sp>
      <p:sp>
        <p:nvSpPr>
          <p:cNvPr id="10" name="Shape 8"/>
          <p:cNvSpPr/>
          <p:nvPr/>
        </p:nvSpPr>
        <p:spPr>
          <a:xfrm>
            <a:off x="3520440" y="1874520"/>
            <a:ext cx="640080" cy="640080"/>
          </a:xfrm>
          <a:prstGeom prst="ellipse">
            <a:avLst/>
          </a:prstGeom>
          <a:solidFill>
            <a:srgbClr val="FFFFFF"/>
          </a:solidFill>
          <a:ln/>
        </p:spPr>
      </p:sp>
      <p:sp>
        <p:nvSpPr>
          <p:cNvPr id="11" name="Text 9"/>
          <p:cNvSpPr txBox="1"/>
          <p:nvPr/>
        </p:nvSpPr>
        <p:spPr>
          <a:xfrm>
            <a:off x="3520440" y="1874520"/>
            <a:ext cx="640080" cy="640080"/>
          </a:xfrm>
          <a:prstGeom prst="rect">
            <a:avLst/>
          </a:prstGeom>
          <a:noFill/>
          <a:ln/>
        </p:spPr>
        <p:txBody>
          <a:bodyPr wrap="square" lIns="0" tIns="0" rIns="0" bIns="0" rtlCol="0" anchor="ctr"/>
          <a:lstStyle/>
          <a:p>
            <a:pPr marL="0" indent="0" algn="ctr">
              <a:buNone/>
            </a:pPr>
            <a:r>
              <a:rPr lang="en-US" sz="2200" b="1" dirty="0">
                <a:solidFill>
                  <a:srgbClr val="F96167"/>
                </a:solidFill>
                <a:latin typeface="Cambria" pitchFamily="34" charset="0"/>
                <a:ea typeface="Cambria" pitchFamily="34" charset="-122"/>
                <a:cs typeface="Cambria" pitchFamily="34" charset="-120"/>
              </a:rPr>
              <a:t>2</a:t>
            </a:r>
            <a:endParaRPr lang="en-US" sz="2200" dirty="0"/>
          </a:p>
        </p:txBody>
      </p:sp>
      <p:sp>
        <p:nvSpPr>
          <p:cNvPr id="12" name="Text 10"/>
          <p:cNvSpPr txBox="1"/>
          <p:nvPr/>
        </p:nvSpPr>
        <p:spPr>
          <a:xfrm>
            <a:off x="2962656" y="2743200"/>
            <a:ext cx="1755648" cy="822960"/>
          </a:xfrm>
          <a:prstGeom prst="rect">
            <a:avLst/>
          </a:prstGeom>
          <a:noFill/>
          <a:ln/>
        </p:spPr>
        <p:txBody>
          <a:bodyPr wrap="square" lIns="0" tIns="0" rIns="0" bIns="0" rtlCol="0" anchor="ctr"/>
          <a:lstStyle/>
          <a:p>
            <a:pPr marL="0" indent="0" algn="ctr">
              <a:buNone/>
            </a:pPr>
            <a:r>
              <a:rPr lang="en-US" sz="1400" b="1" dirty="0">
                <a:solidFill>
                  <a:srgbClr val="FFFFFF"/>
                </a:solidFill>
                <a:ea typeface="Cambria" pitchFamily="34" charset="-122"/>
                <a:cs typeface="Cambria" pitchFamily="34" charset="-120"/>
              </a:rPr>
              <a:t>Customer Mobile App</a:t>
            </a:r>
            <a:endParaRPr lang="en-US" sz="1400" dirty="0"/>
          </a:p>
        </p:txBody>
      </p:sp>
      <p:sp>
        <p:nvSpPr>
          <p:cNvPr id="13" name="Text 11"/>
          <p:cNvSpPr txBox="1"/>
          <p:nvPr/>
        </p:nvSpPr>
        <p:spPr>
          <a:xfrm>
            <a:off x="2980944" y="3611880"/>
            <a:ext cx="1719072" cy="2194560"/>
          </a:xfrm>
          <a:prstGeom prst="rect">
            <a:avLst/>
          </a:prstGeom>
          <a:noFill/>
          <a:ln/>
        </p:spPr>
        <p:txBody>
          <a:bodyPr wrap="square" lIns="0" tIns="0" rIns="0" bIns="0" rtlCol="0" anchor="ctr"/>
          <a:lstStyle/>
          <a:p>
            <a:pPr marL="0" indent="0" algn="ctr">
              <a:lnSpc>
                <a:spcPct val="120000"/>
              </a:lnSpc>
              <a:buNone/>
            </a:pPr>
            <a:r>
              <a:rPr lang="en-US" sz="1200" dirty="0">
                <a:solidFill>
                  <a:srgbClr val="F0F0F0"/>
                </a:solidFill>
                <a:ea typeface="Calibri" pitchFamily="34" charset="-122"/>
                <a:cs typeface="Calibri" pitchFamily="34" charset="-120"/>
              </a:rPr>
              <a:t>An Android app where customers browse food, order, and book tables.</a:t>
            </a:r>
            <a:endParaRPr lang="en-US" sz="1200" dirty="0"/>
          </a:p>
        </p:txBody>
      </p:sp>
      <p:sp>
        <p:nvSpPr>
          <p:cNvPr id="14" name="Shape 12"/>
          <p:cNvSpPr/>
          <p:nvPr/>
        </p:nvSpPr>
        <p:spPr>
          <a:xfrm>
            <a:off x="5047488" y="1554480"/>
            <a:ext cx="2084832" cy="4389120"/>
          </a:xfrm>
          <a:prstGeom prst="roundRect">
            <a:avLst>
              <a:gd name="adj" fmla="val 5263"/>
            </a:avLst>
          </a:prstGeom>
          <a:solidFill>
            <a:srgbClr val="2F3C7E"/>
          </a:solidFill>
          <a:ln/>
        </p:spPr>
      </p:sp>
      <p:sp>
        <p:nvSpPr>
          <p:cNvPr id="15" name="Shape 13"/>
          <p:cNvSpPr/>
          <p:nvPr/>
        </p:nvSpPr>
        <p:spPr>
          <a:xfrm>
            <a:off x="5769864" y="1874520"/>
            <a:ext cx="640080" cy="640080"/>
          </a:xfrm>
          <a:prstGeom prst="ellipse">
            <a:avLst/>
          </a:prstGeom>
          <a:solidFill>
            <a:srgbClr val="FFFFFF"/>
          </a:solidFill>
          <a:ln/>
        </p:spPr>
      </p:sp>
      <p:sp>
        <p:nvSpPr>
          <p:cNvPr id="16" name="Text 14"/>
          <p:cNvSpPr txBox="1"/>
          <p:nvPr/>
        </p:nvSpPr>
        <p:spPr>
          <a:xfrm>
            <a:off x="5769864" y="1874520"/>
            <a:ext cx="640080" cy="640080"/>
          </a:xfrm>
          <a:prstGeom prst="rect">
            <a:avLst/>
          </a:prstGeom>
          <a:noFill/>
          <a:ln/>
        </p:spPr>
        <p:txBody>
          <a:bodyPr wrap="square" lIns="0" tIns="0" rIns="0" bIns="0" rtlCol="0" anchor="ctr"/>
          <a:lstStyle/>
          <a:p>
            <a:pPr marL="0" indent="0" algn="ctr">
              <a:buNone/>
            </a:pPr>
            <a:r>
              <a:rPr lang="en-US" sz="2200" b="1" dirty="0">
                <a:solidFill>
                  <a:srgbClr val="2F3C7E"/>
                </a:solidFill>
                <a:latin typeface="Cambria" pitchFamily="34" charset="0"/>
                <a:ea typeface="Cambria" pitchFamily="34" charset="-122"/>
                <a:cs typeface="Cambria" pitchFamily="34" charset="-120"/>
              </a:rPr>
              <a:t>3</a:t>
            </a:r>
            <a:endParaRPr lang="en-US" sz="2200" dirty="0"/>
          </a:p>
        </p:txBody>
      </p:sp>
      <p:sp>
        <p:nvSpPr>
          <p:cNvPr id="17" name="Text 15"/>
          <p:cNvSpPr txBox="1"/>
          <p:nvPr/>
        </p:nvSpPr>
        <p:spPr>
          <a:xfrm>
            <a:off x="5212080" y="2743200"/>
            <a:ext cx="1755648" cy="822960"/>
          </a:xfrm>
          <a:prstGeom prst="rect">
            <a:avLst/>
          </a:prstGeom>
          <a:noFill/>
          <a:ln/>
        </p:spPr>
        <p:txBody>
          <a:bodyPr wrap="square" lIns="0" tIns="0" rIns="0" bIns="0" rtlCol="0" anchor="ctr"/>
          <a:lstStyle/>
          <a:p>
            <a:pPr marL="0" indent="0" algn="ctr">
              <a:buNone/>
            </a:pPr>
            <a:r>
              <a:rPr lang="en-US" sz="1400" b="1" dirty="0">
                <a:solidFill>
                  <a:srgbClr val="FFFFFF"/>
                </a:solidFill>
                <a:ea typeface="Cambria" pitchFamily="34" charset="-122"/>
                <a:cs typeface="Cambria" pitchFamily="34" charset="-120"/>
              </a:rPr>
              <a:t>Delivery Partner App</a:t>
            </a:r>
            <a:endParaRPr lang="en-US" sz="1400" dirty="0"/>
          </a:p>
        </p:txBody>
      </p:sp>
      <p:sp>
        <p:nvSpPr>
          <p:cNvPr id="18" name="Text 16"/>
          <p:cNvSpPr txBox="1"/>
          <p:nvPr/>
        </p:nvSpPr>
        <p:spPr>
          <a:xfrm>
            <a:off x="5230368" y="3611880"/>
            <a:ext cx="1719072" cy="2194560"/>
          </a:xfrm>
          <a:prstGeom prst="rect">
            <a:avLst/>
          </a:prstGeom>
          <a:noFill/>
          <a:ln/>
        </p:spPr>
        <p:txBody>
          <a:bodyPr wrap="square" lIns="0" tIns="0" rIns="0" bIns="0" rtlCol="0" anchor="ctr"/>
          <a:lstStyle/>
          <a:p>
            <a:pPr marL="0" indent="0" algn="ctr">
              <a:lnSpc>
                <a:spcPct val="120000"/>
              </a:lnSpc>
              <a:buNone/>
            </a:pPr>
            <a:r>
              <a:rPr lang="en-US" sz="1200" dirty="0">
                <a:solidFill>
                  <a:srgbClr val="F0F0F0"/>
                </a:solidFill>
                <a:ea typeface="Calibri" pitchFamily="34" charset="-122"/>
                <a:cs typeface="Calibri" pitchFamily="34" charset="-120"/>
              </a:rPr>
              <a:t>A simple app for riders to see and update their deliveries.</a:t>
            </a:r>
            <a:endParaRPr lang="en-US" sz="1200" dirty="0"/>
          </a:p>
        </p:txBody>
      </p:sp>
      <p:sp>
        <p:nvSpPr>
          <p:cNvPr id="19" name="Shape 17"/>
          <p:cNvSpPr/>
          <p:nvPr/>
        </p:nvSpPr>
        <p:spPr>
          <a:xfrm>
            <a:off x="7296912" y="1554480"/>
            <a:ext cx="2084832" cy="4389120"/>
          </a:xfrm>
          <a:prstGeom prst="roundRect">
            <a:avLst>
              <a:gd name="adj" fmla="val 5263"/>
            </a:avLst>
          </a:prstGeom>
          <a:solidFill>
            <a:schemeClr val="accent1">
              <a:lumMod val="60000"/>
              <a:lumOff val="40000"/>
            </a:schemeClr>
          </a:solidFill>
          <a:ln/>
        </p:spPr>
      </p:sp>
      <p:sp>
        <p:nvSpPr>
          <p:cNvPr id="20" name="Shape 18"/>
          <p:cNvSpPr/>
          <p:nvPr/>
        </p:nvSpPr>
        <p:spPr>
          <a:xfrm>
            <a:off x="8019288" y="1874520"/>
            <a:ext cx="640080" cy="640080"/>
          </a:xfrm>
          <a:prstGeom prst="ellipse">
            <a:avLst/>
          </a:prstGeom>
          <a:solidFill>
            <a:srgbClr val="FFFFFF"/>
          </a:solidFill>
          <a:ln/>
        </p:spPr>
      </p:sp>
      <p:sp>
        <p:nvSpPr>
          <p:cNvPr id="21" name="Text 19"/>
          <p:cNvSpPr txBox="1"/>
          <p:nvPr/>
        </p:nvSpPr>
        <p:spPr>
          <a:xfrm>
            <a:off x="8019288" y="1874520"/>
            <a:ext cx="640080" cy="640080"/>
          </a:xfrm>
          <a:prstGeom prst="rect">
            <a:avLst/>
          </a:prstGeom>
          <a:noFill/>
          <a:ln/>
        </p:spPr>
        <p:txBody>
          <a:bodyPr wrap="square" lIns="0" tIns="0" rIns="0" bIns="0" rtlCol="0" anchor="ctr"/>
          <a:lstStyle/>
          <a:p>
            <a:pPr marL="0" indent="0" algn="ctr">
              <a:buNone/>
            </a:pPr>
            <a:r>
              <a:rPr lang="en-US" sz="2200" b="1" dirty="0">
                <a:solidFill>
                  <a:srgbClr val="F96167"/>
                </a:solidFill>
                <a:latin typeface="Cambria" pitchFamily="34" charset="0"/>
                <a:ea typeface="Cambria" pitchFamily="34" charset="-122"/>
                <a:cs typeface="Cambria" pitchFamily="34" charset="-120"/>
              </a:rPr>
              <a:t>4</a:t>
            </a:r>
            <a:endParaRPr lang="en-US" sz="2200" dirty="0"/>
          </a:p>
        </p:txBody>
      </p:sp>
      <p:sp>
        <p:nvSpPr>
          <p:cNvPr id="22" name="Text 20"/>
          <p:cNvSpPr txBox="1"/>
          <p:nvPr/>
        </p:nvSpPr>
        <p:spPr>
          <a:xfrm>
            <a:off x="7461504" y="2743200"/>
            <a:ext cx="1755648" cy="822960"/>
          </a:xfrm>
          <a:prstGeom prst="rect">
            <a:avLst/>
          </a:prstGeom>
          <a:noFill/>
          <a:ln/>
        </p:spPr>
        <p:txBody>
          <a:bodyPr wrap="square" lIns="0" tIns="0" rIns="0" bIns="0" rtlCol="0" anchor="ctr"/>
          <a:lstStyle/>
          <a:p>
            <a:pPr marL="0" indent="0" algn="ctr">
              <a:buNone/>
            </a:pPr>
            <a:r>
              <a:rPr lang="en-US" sz="1400" b="1" dirty="0">
                <a:solidFill>
                  <a:srgbClr val="FFFFFF"/>
                </a:solidFill>
                <a:ea typeface="Cambria" pitchFamily="34" charset="-122"/>
                <a:cs typeface="Cambria" pitchFamily="34" charset="-120"/>
              </a:rPr>
              <a:t>Database (MySQL)</a:t>
            </a:r>
            <a:endParaRPr lang="en-US" sz="1400" dirty="0"/>
          </a:p>
        </p:txBody>
      </p:sp>
      <p:sp>
        <p:nvSpPr>
          <p:cNvPr id="23" name="Text 21"/>
          <p:cNvSpPr txBox="1"/>
          <p:nvPr/>
        </p:nvSpPr>
        <p:spPr>
          <a:xfrm>
            <a:off x="7479792" y="3611880"/>
            <a:ext cx="1719072" cy="2194560"/>
          </a:xfrm>
          <a:prstGeom prst="rect">
            <a:avLst/>
          </a:prstGeom>
          <a:noFill/>
          <a:ln/>
        </p:spPr>
        <p:txBody>
          <a:bodyPr wrap="square" lIns="0" tIns="0" rIns="0" bIns="0" rtlCol="0" anchor="ctr"/>
          <a:lstStyle/>
          <a:p>
            <a:pPr marL="0" indent="0" algn="ctr">
              <a:lnSpc>
                <a:spcPct val="120000"/>
              </a:lnSpc>
              <a:buNone/>
            </a:pPr>
            <a:r>
              <a:rPr lang="en-US" sz="1200" dirty="0">
                <a:solidFill>
                  <a:srgbClr val="F0F0F0"/>
                </a:solidFill>
                <a:ea typeface="Calibri" pitchFamily="34" charset="-122"/>
                <a:cs typeface="Calibri" pitchFamily="34" charset="-120"/>
              </a:rPr>
              <a:t>Stores all the information — users, orders, menu, bookings, and payments.</a:t>
            </a:r>
            <a:endParaRPr lang="en-US" sz="1200" dirty="0"/>
          </a:p>
        </p:txBody>
      </p:sp>
      <p:sp>
        <p:nvSpPr>
          <p:cNvPr id="24" name="Shape 22"/>
          <p:cNvSpPr/>
          <p:nvPr/>
        </p:nvSpPr>
        <p:spPr>
          <a:xfrm>
            <a:off x="9546336" y="1554480"/>
            <a:ext cx="2084832" cy="4389120"/>
          </a:xfrm>
          <a:prstGeom prst="roundRect">
            <a:avLst>
              <a:gd name="adj" fmla="val 5263"/>
            </a:avLst>
          </a:prstGeom>
          <a:solidFill>
            <a:srgbClr val="2F3C7E"/>
          </a:solidFill>
          <a:ln/>
        </p:spPr>
      </p:sp>
      <p:sp>
        <p:nvSpPr>
          <p:cNvPr id="25" name="Shape 23"/>
          <p:cNvSpPr/>
          <p:nvPr/>
        </p:nvSpPr>
        <p:spPr>
          <a:xfrm>
            <a:off x="10268712" y="1874520"/>
            <a:ext cx="640080" cy="640080"/>
          </a:xfrm>
          <a:prstGeom prst="ellipse">
            <a:avLst/>
          </a:prstGeom>
          <a:solidFill>
            <a:srgbClr val="FFFFFF"/>
          </a:solidFill>
          <a:ln/>
        </p:spPr>
      </p:sp>
      <p:sp>
        <p:nvSpPr>
          <p:cNvPr id="26" name="Text 24"/>
          <p:cNvSpPr txBox="1"/>
          <p:nvPr/>
        </p:nvSpPr>
        <p:spPr>
          <a:xfrm>
            <a:off x="10268712" y="1874520"/>
            <a:ext cx="640080" cy="640080"/>
          </a:xfrm>
          <a:prstGeom prst="rect">
            <a:avLst/>
          </a:prstGeom>
          <a:noFill/>
          <a:ln/>
        </p:spPr>
        <p:txBody>
          <a:bodyPr wrap="square" lIns="0" tIns="0" rIns="0" bIns="0" rtlCol="0" anchor="ctr"/>
          <a:lstStyle/>
          <a:p>
            <a:pPr marL="0" indent="0" algn="ctr">
              <a:buNone/>
            </a:pPr>
            <a:r>
              <a:rPr lang="en-US" sz="2200" b="1" dirty="0">
                <a:solidFill>
                  <a:srgbClr val="2F3C7E"/>
                </a:solidFill>
                <a:latin typeface="Cambria" pitchFamily="34" charset="0"/>
                <a:ea typeface="Cambria" pitchFamily="34" charset="-122"/>
                <a:cs typeface="Cambria" pitchFamily="34" charset="-120"/>
              </a:rPr>
              <a:t>5</a:t>
            </a:r>
            <a:endParaRPr lang="en-US" sz="2200" dirty="0"/>
          </a:p>
        </p:txBody>
      </p:sp>
      <p:sp>
        <p:nvSpPr>
          <p:cNvPr id="27" name="Text 25"/>
          <p:cNvSpPr txBox="1"/>
          <p:nvPr/>
        </p:nvSpPr>
        <p:spPr>
          <a:xfrm>
            <a:off x="9710928" y="2743200"/>
            <a:ext cx="1755648" cy="822960"/>
          </a:xfrm>
          <a:prstGeom prst="rect">
            <a:avLst/>
          </a:prstGeom>
          <a:noFill/>
          <a:ln/>
        </p:spPr>
        <p:txBody>
          <a:bodyPr wrap="square" lIns="0" tIns="0" rIns="0" bIns="0" rtlCol="0" anchor="ctr"/>
          <a:lstStyle/>
          <a:p>
            <a:pPr marL="0" indent="0" algn="ctr">
              <a:buNone/>
            </a:pPr>
            <a:r>
              <a:rPr lang="en-US" sz="1400" b="1" dirty="0">
                <a:solidFill>
                  <a:srgbClr val="FFFFFF"/>
                </a:solidFill>
                <a:ea typeface="Cambria" pitchFamily="34" charset="-122"/>
                <a:cs typeface="Cambria" pitchFamily="34" charset="-120"/>
              </a:rPr>
              <a:t>Location &amp; Payment Services</a:t>
            </a:r>
            <a:endParaRPr lang="en-US" sz="1400" dirty="0"/>
          </a:p>
        </p:txBody>
      </p:sp>
      <p:sp>
        <p:nvSpPr>
          <p:cNvPr id="28" name="Text 26"/>
          <p:cNvSpPr txBox="1"/>
          <p:nvPr/>
        </p:nvSpPr>
        <p:spPr>
          <a:xfrm>
            <a:off x="9729216" y="3611880"/>
            <a:ext cx="1719072" cy="2194560"/>
          </a:xfrm>
          <a:prstGeom prst="rect">
            <a:avLst/>
          </a:prstGeom>
          <a:noFill/>
          <a:ln/>
        </p:spPr>
        <p:txBody>
          <a:bodyPr wrap="square" lIns="0" tIns="0" rIns="0" bIns="0" rtlCol="0" anchor="ctr"/>
          <a:lstStyle/>
          <a:p>
            <a:pPr marL="0" indent="0" algn="ctr">
              <a:lnSpc>
                <a:spcPct val="120000"/>
              </a:lnSpc>
              <a:buNone/>
            </a:pPr>
            <a:r>
              <a:rPr lang="en-US" sz="1200" dirty="0">
                <a:solidFill>
                  <a:srgbClr val="F0F0F0"/>
                </a:solidFill>
                <a:ea typeface="Calibri" pitchFamily="34" charset="-122"/>
                <a:cs typeface="Calibri" pitchFamily="34" charset="-120"/>
              </a:rPr>
              <a:t>Connects to map services and Razorpay to handle distance and payments.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566928"/>
            <a:ext cx="10515600" cy="640080"/>
          </a:xfrm>
          <a:prstGeom prst="rect">
            <a:avLst/>
          </a:prstGeom>
          <a:noFill/>
          <a:ln/>
        </p:spPr>
        <p:txBody>
          <a:bodyPr wrap="square" lIns="0" tIns="0" rIns="0" bIns="0" rtlCol="0" anchor="ctr"/>
          <a:lstStyle/>
          <a:p>
            <a:pPr marL="0" indent="0" algn="ctr">
              <a:buNone/>
            </a:pPr>
            <a:r>
              <a:rPr lang="en-US" sz="3000" b="1" dirty="0">
                <a:ea typeface="Cambria" pitchFamily="34" charset="-122"/>
                <a:cs typeface="Cambria" pitchFamily="34" charset="-120"/>
              </a:rPr>
              <a:t>Advantages</a:t>
            </a:r>
            <a:endParaRPr lang="en-US" sz="3000" dirty="0"/>
          </a:p>
        </p:txBody>
      </p:sp>
      <p:sp>
        <p:nvSpPr>
          <p:cNvPr id="4" name="Shape 2"/>
          <p:cNvSpPr/>
          <p:nvPr/>
        </p:nvSpPr>
        <p:spPr>
          <a:xfrm>
            <a:off x="548640" y="1463040"/>
            <a:ext cx="3246120" cy="2103120"/>
          </a:xfrm>
          <a:prstGeom prst="roundRect">
            <a:avLst>
              <a:gd name="adj" fmla="val 4348"/>
            </a:avLst>
          </a:prstGeom>
          <a:solidFill>
            <a:schemeClr val="bg1"/>
          </a:solidFill>
          <a:ln w="6350">
            <a:solidFill>
              <a:schemeClr val="tx1"/>
            </a:solidFill>
          </a:ln>
        </p:spPr>
      </p:sp>
      <p:sp>
        <p:nvSpPr>
          <p:cNvPr id="5" name="Shape 3"/>
          <p:cNvSpPr/>
          <p:nvPr/>
        </p:nvSpPr>
        <p:spPr>
          <a:xfrm>
            <a:off x="777240" y="1691640"/>
            <a:ext cx="411480" cy="411480"/>
          </a:xfrm>
          <a:prstGeom prst="ellipse">
            <a:avLst/>
          </a:prstGeom>
          <a:solidFill>
            <a:srgbClr val="F96167"/>
          </a:solidFill>
          <a:ln/>
        </p:spPr>
      </p:sp>
      <p:sp>
        <p:nvSpPr>
          <p:cNvPr id="6" name="Text 4"/>
          <p:cNvSpPr txBox="1"/>
          <p:nvPr/>
        </p:nvSpPr>
        <p:spPr>
          <a:xfrm>
            <a:off x="777240" y="1691640"/>
            <a:ext cx="411480" cy="411480"/>
          </a:xfrm>
          <a:prstGeom prst="roundRect">
            <a:avLst/>
          </a:prstGeom>
          <a:solidFill>
            <a:schemeClr val="tx2"/>
          </a:solidFill>
          <a:ln/>
        </p:spPr>
        <p:txBody>
          <a:bodyPr wrap="square" lIns="0" tIns="0" rIns="0" bIns="0" rtlCol="0" anchor="ctr"/>
          <a:lstStyle/>
          <a:p>
            <a:pPr marL="0" indent="0" algn="ctr">
              <a:buNone/>
            </a:pPr>
            <a:r>
              <a:rPr lang="en-US" sz="1400" b="1" dirty="0">
                <a:solidFill>
                  <a:srgbClr val="FFFFFF"/>
                </a:solidFill>
                <a:ea typeface="Calibri" pitchFamily="34" charset="-122"/>
                <a:cs typeface="Calibri" pitchFamily="34" charset="-120"/>
              </a:rPr>
              <a:t>1</a:t>
            </a:r>
            <a:endParaRPr lang="en-US" sz="1400" dirty="0"/>
          </a:p>
        </p:txBody>
      </p:sp>
      <p:sp>
        <p:nvSpPr>
          <p:cNvPr id="7" name="Text 5"/>
          <p:cNvSpPr txBox="1"/>
          <p:nvPr/>
        </p:nvSpPr>
        <p:spPr>
          <a:xfrm>
            <a:off x="803118" y="2100530"/>
            <a:ext cx="2788920" cy="365760"/>
          </a:xfrm>
          <a:prstGeom prst="rect">
            <a:avLst/>
          </a:prstGeom>
          <a:noFill/>
          <a:ln/>
        </p:spPr>
        <p:txBody>
          <a:bodyPr wrap="square" lIns="0" tIns="0" rIns="0" bIns="0" rtlCol="0" anchor="ctr"/>
          <a:lstStyle/>
          <a:p>
            <a:pPr marL="0" indent="0">
              <a:buNone/>
            </a:pPr>
            <a:r>
              <a:rPr lang="en-US" sz="1400" b="1" dirty="0">
                <a:solidFill>
                  <a:srgbClr val="2F3C7E"/>
                </a:solidFill>
                <a:ea typeface="Cambria" pitchFamily="34" charset="-122"/>
                <a:cs typeface="Cambria" pitchFamily="34" charset="-120"/>
              </a:rPr>
              <a:t>Fewer Mistakes</a:t>
            </a:r>
            <a:endParaRPr lang="en-US" sz="1400" dirty="0"/>
          </a:p>
        </p:txBody>
      </p:sp>
      <p:sp>
        <p:nvSpPr>
          <p:cNvPr id="8" name="Text 6"/>
          <p:cNvSpPr txBox="1"/>
          <p:nvPr/>
        </p:nvSpPr>
        <p:spPr>
          <a:xfrm>
            <a:off x="777240" y="2423160"/>
            <a:ext cx="2788920" cy="1051560"/>
          </a:xfrm>
          <a:prstGeom prst="rect">
            <a:avLst/>
          </a:prstGeom>
          <a:noFill/>
          <a:ln/>
        </p:spPr>
        <p:txBody>
          <a:bodyPr wrap="square" lIns="0" tIns="0" rIns="0" bIns="0" rtlCol="0" anchor="ctr"/>
          <a:lstStyle/>
          <a:p>
            <a:pPr marL="0" indent="0">
              <a:lnSpc>
                <a:spcPct val="120000"/>
              </a:lnSpc>
              <a:buNone/>
            </a:pPr>
            <a:r>
              <a:rPr lang="en-US" sz="1150" dirty="0">
                <a:solidFill>
                  <a:srgbClr val="2B2B2B"/>
                </a:solidFill>
                <a:ea typeface="Calibri" pitchFamily="34" charset="-122"/>
                <a:cs typeface="Calibri" pitchFamily="34" charset="-120"/>
              </a:rPr>
              <a:t>No more handwritten orders, wrong bills, or double table bookings.</a:t>
            </a:r>
            <a:endParaRPr lang="en-US" sz="1150" dirty="0"/>
          </a:p>
        </p:txBody>
      </p:sp>
      <p:sp>
        <p:nvSpPr>
          <p:cNvPr id="9" name="Shape 7"/>
          <p:cNvSpPr/>
          <p:nvPr/>
        </p:nvSpPr>
        <p:spPr>
          <a:xfrm>
            <a:off x="4023360" y="1463040"/>
            <a:ext cx="3246120" cy="2103120"/>
          </a:xfrm>
          <a:prstGeom prst="roundRect">
            <a:avLst>
              <a:gd name="adj" fmla="val 4348"/>
            </a:avLst>
          </a:prstGeom>
          <a:solidFill>
            <a:schemeClr val="bg1"/>
          </a:solidFill>
          <a:ln w="6350">
            <a:solidFill>
              <a:schemeClr val="tx1"/>
            </a:solidFill>
          </a:ln>
        </p:spPr>
      </p:sp>
      <p:sp>
        <p:nvSpPr>
          <p:cNvPr id="10" name="Shape 8"/>
          <p:cNvSpPr/>
          <p:nvPr/>
        </p:nvSpPr>
        <p:spPr>
          <a:xfrm>
            <a:off x="4251960" y="1691640"/>
            <a:ext cx="411480" cy="411480"/>
          </a:xfrm>
          <a:prstGeom prst="ellipse">
            <a:avLst/>
          </a:prstGeom>
          <a:solidFill>
            <a:srgbClr val="F96167"/>
          </a:solidFill>
          <a:ln/>
        </p:spPr>
      </p:sp>
      <p:sp>
        <p:nvSpPr>
          <p:cNvPr id="11" name="Text 9"/>
          <p:cNvSpPr txBox="1"/>
          <p:nvPr/>
        </p:nvSpPr>
        <p:spPr>
          <a:xfrm>
            <a:off x="4251960" y="1691640"/>
            <a:ext cx="411480" cy="411480"/>
          </a:xfrm>
          <a:prstGeom prst="roundRect">
            <a:avLst/>
          </a:prstGeom>
          <a:solidFill>
            <a:schemeClr val="tx2"/>
          </a:solidFill>
          <a:ln/>
        </p:spPr>
        <p:txBody>
          <a:bodyPr wrap="square" lIns="0" tIns="0" rIns="0" bIns="0" rtlCol="0" anchor="ctr"/>
          <a:lstStyle/>
          <a:p>
            <a:pPr marL="0" indent="0" algn="ctr">
              <a:buNone/>
            </a:pPr>
            <a:r>
              <a:rPr lang="en-US" sz="1400" b="1" dirty="0">
                <a:solidFill>
                  <a:srgbClr val="FFFFFF"/>
                </a:solidFill>
                <a:ea typeface="Calibri" pitchFamily="34" charset="-122"/>
                <a:cs typeface="Calibri" pitchFamily="34" charset="-120"/>
              </a:rPr>
              <a:t>2</a:t>
            </a:r>
            <a:endParaRPr lang="en-US" sz="1400" dirty="0"/>
          </a:p>
        </p:txBody>
      </p:sp>
      <p:sp>
        <p:nvSpPr>
          <p:cNvPr id="12" name="Text 10"/>
          <p:cNvSpPr txBox="1"/>
          <p:nvPr/>
        </p:nvSpPr>
        <p:spPr>
          <a:xfrm>
            <a:off x="4277838" y="2100530"/>
            <a:ext cx="2788920" cy="365760"/>
          </a:xfrm>
          <a:prstGeom prst="rect">
            <a:avLst/>
          </a:prstGeom>
          <a:noFill/>
          <a:ln/>
        </p:spPr>
        <p:txBody>
          <a:bodyPr wrap="square" lIns="0" tIns="0" rIns="0" bIns="0" rtlCol="0" anchor="ctr"/>
          <a:lstStyle/>
          <a:p>
            <a:pPr marL="0" indent="0">
              <a:buNone/>
            </a:pPr>
            <a:r>
              <a:rPr lang="en-US" sz="1400" b="1" dirty="0">
                <a:solidFill>
                  <a:srgbClr val="2F3C7E"/>
                </a:solidFill>
                <a:ea typeface="Cambria" pitchFamily="34" charset="-122"/>
                <a:cs typeface="Cambria" pitchFamily="34" charset="-120"/>
              </a:rPr>
              <a:t>Easy for Customers</a:t>
            </a:r>
            <a:endParaRPr lang="en-US" sz="1400" dirty="0"/>
          </a:p>
        </p:txBody>
      </p:sp>
      <p:sp>
        <p:nvSpPr>
          <p:cNvPr id="13" name="Text 11"/>
          <p:cNvSpPr txBox="1"/>
          <p:nvPr/>
        </p:nvSpPr>
        <p:spPr>
          <a:xfrm>
            <a:off x="4251960" y="2423160"/>
            <a:ext cx="2788920" cy="1051560"/>
          </a:xfrm>
          <a:prstGeom prst="rect">
            <a:avLst/>
          </a:prstGeom>
          <a:noFill/>
          <a:ln/>
        </p:spPr>
        <p:txBody>
          <a:bodyPr wrap="square" lIns="0" tIns="0" rIns="0" bIns="0" rtlCol="0" anchor="ctr"/>
          <a:lstStyle/>
          <a:p>
            <a:pPr marL="0" indent="0">
              <a:lnSpc>
                <a:spcPct val="120000"/>
              </a:lnSpc>
              <a:buNone/>
            </a:pPr>
            <a:r>
              <a:rPr lang="en-US" sz="1150" dirty="0">
                <a:solidFill>
                  <a:srgbClr val="2B2B2B"/>
                </a:solidFill>
                <a:ea typeface="Calibri" pitchFamily="34" charset="-122"/>
                <a:cs typeface="Calibri" pitchFamily="34" charset="-120"/>
              </a:rPr>
              <a:t>Order food or book a table anytime, from anywhere — no waiting in line.</a:t>
            </a:r>
            <a:endParaRPr lang="en-US" sz="1150" dirty="0"/>
          </a:p>
        </p:txBody>
      </p:sp>
      <p:sp>
        <p:nvSpPr>
          <p:cNvPr id="14" name="Shape 12"/>
          <p:cNvSpPr/>
          <p:nvPr/>
        </p:nvSpPr>
        <p:spPr>
          <a:xfrm>
            <a:off x="7498080" y="1463040"/>
            <a:ext cx="3246120" cy="2103120"/>
          </a:xfrm>
          <a:prstGeom prst="roundRect">
            <a:avLst>
              <a:gd name="adj" fmla="val 4348"/>
            </a:avLst>
          </a:prstGeom>
          <a:solidFill>
            <a:schemeClr val="bg1"/>
          </a:solidFill>
          <a:ln w="6350">
            <a:solidFill>
              <a:schemeClr val="tx1"/>
            </a:solidFill>
          </a:ln>
        </p:spPr>
      </p:sp>
      <p:sp>
        <p:nvSpPr>
          <p:cNvPr id="15" name="Shape 13"/>
          <p:cNvSpPr/>
          <p:nvPr/>
        </p:nvSpPr>
        <p:spPr>
          <a:xfrm>
            <a:off x="7726680" y="1691640"/>
            <a:ext cx="411480" cy="411480"/>
          </a:xfrm>
          <a:prstGeom prst="ellipse">
            <a:avLst/>
          </a:prstGeom>
          <a:solidFill>
            <a:srgbClr val="F96167"/>
          </a:solidFill>
          <a:ln/>
        </p:spPr>
      </p:sp>
      <p:sp>
        <p:nvSpPr>
          <p:cNvPr id="16" name="Text 14"/>
          <p:cNvSpPr txBox="1"/>
          <p:nvPr/>
        </p:nvSpPr>
        <p:spPr>
          <a:xfrm>
            <a:off x="7726680" y="1691640"/>
            <a:ext cx="411480" cy="411480"/>
          </a:xfrm>
          <a:prstGeom prst="roundRect">
            <a:avLst/>
          </a:prstGeom>
          <a:solidFill>
            <a:schemeClr val="tx2"/>
          </a:solidFill>
          <a:ln/>
        </p:spPr>
        <p:txBody>
          <a:bodyPr wrap="square" lIns="0" tIns="0" rIns="0" bIns="0" rtlCol="0" anchor="ctr"/>
          <a:lstStyle/>
          <a:p>
            <a:pPr marL="0" indent="0" algn="ctr">
              <a:buNone/>
            </a:pPr>
            <a:r>
              <a:rPr lang="en-US" sz="1400" b="1" dirty="0">
                <a:solidFill>
                  <a:srgbClr val="FFFFFF"/>
                </a:solidFill>
                <a:ea typeface="Calibri" pitchFamily="34" charset="-122"/>
                <a:cs typeface="Calibri" pitchFamily="34" charset="-120"/>
              </a:rPr>
              <a:t>3</a:t>
            </a:r>
            <a:endParaRPr lang="en-US" sz="1400" dirty="0"/>
          </a:p>
        </p:txBody>
      </p:sp>
      <p:sp>
        <p:nvSpPr>
          <p:cNvPr id="17" name="Text 15"/>
          <p:cNvSpPr txBox="1"/>
          <p:nvPr/>
        </p:nvSpPr>
        <p:spPr>
          <a:xfrm>
            <a:off x="7752558" y="2100530"/>
            <a:ext cx="2788920" cy="365760"/>
          </a:xfrm>
          <a:prstGeom prst="rect">
            <a:avLst/>
          </a:prstGeom>
          <a:noFill/>
          <a:ln/>
        </p:spPr>
        <p:txBody>
          <a:bodyPr wrap="square" lIns="0" tIns="0" rIns="0" bIns="0" rtlCol="0" anchor="ctr"/>
          <a:lstStyle/>
          <a:p>
            <a:pPr marL="0" indent="0">
              <a:buNone/>
            </a:pPr>
            <a:r>
              <a:rPr lang="en-US" sz="1400" b="1" dirty="0">
                <a:solidFill>
                  <a:srgbClr val="2F3C7E"/>
                </a:solidFill>
                <a:ea typeface="Cambria" pitchFamily="34" charset="-122"/>
                <a:cs typeface="Cambria" pitchFamily="34" charset="-120"/>
              </a:rPr>
              <a:t>Live Updates</a:t>
            </a:r>
            <a:endParaRPr lang="en-US" sz="1400" dirty="0"/>
          </a:p>
        </p:txBody>
      </p:sp>
      <p:sp>
        <p:nvSpPr>
          <p:cNvPr id="18" name="Text 16"/>
          <p:cNvSpPr txBox="1"/>
          <p:nvPr/>
        </p:nvSpPr>
        <p:spPr>
          <a:xfrm>
            <a:off x="7726680" y="2423160"/>
            <a:ext cx="2788920" cy="1051560"/>
          </a:xfrm>
          <a:prstGeom prst="rect">
            <a:avLst/>
          </a:prstGeom>
          <a:noFill/>
          <a:ln/>
        </p:spPr>
        <p:txBody>
          <a:bodyPr wrap="square" lIns="0" tIns="0" rIns="0" bIns="0" rtlCol="0" anchor="ctr"/>
          <a:lstStyle/>
          <a:p>
            <a:pPr marL="0" indent="0">
              <a:lnSpc>
                <a:spcPct val="120000"/>
              </a:lnSpc>
              <a:buNone/>
            </a:pPr>
            <a:r>
              <a:rPr lang="en-US" sz="1150" dirty="0">
                <a:solidFill>
                  <a:srgbClr val="2B2B2B"/>
                </a:solidFill>
                <a:ea typeface="Calibri" pitchFamily="34" charset="-122"/>
                <a:cs typeface="Calibri" pitchFamily="34" charset="-120"/>
              </a:rPr>
              <a:t>See every step: order placed, cooking, out for delivery, and delivered.</a:t>
            </a:r>
            <a:endParaRPr lang="en-US" sz="1150" dirty="0"/>
          </a:p>
        </p:txBody>
      </p:sp>
      <p:sp>
        <p:nvSpPr>
          <p:cNvPr id="19" name="Shape 17"/>
          <p:cNvSpPr/>
          <p:nvPr/>
        </p:nvSpPr>
        <p:spPr>
          <a:xfrm>
            <a:off x="2286000" y="3749040"/>
            <a:ext cx="3246120" cy="2103120"/>
          </a:xfrm>
          <a:prstGeom prst="roundRect">
            <a:avLst>
              <a:gd name="adj" fmla="val 4348"/>
            </a:avLst>
          </a:prstGeom>
          <a:solidFill>
            <a:schemeClr val="bg1"/>
          </a:solidFill>
          <a:ln w="6350">
            <a:solidFill>
              <a:schemeClr val="tx1"/>
            </a:solidFill>
          </a:ln>
        </p:spPr>
      </p:sp>
      <p:sp>
        <p:nvSpPr>
          <p:cNvPr id="20" name="Shape 18"/>
          <p:cNvSpPr/>
          <p:nvPr/>
        </p:nvSpPr>
        <p:spPr>
          <a:xfrm>
            <a:off x="2514600" y="3977640"/>
            <a:ext cx="411480" cy="411480"/>
          </a:xfrm>
          <a:prstGeom prst="ellipse">
            <a:avLst/>
          </a:prstGeom>
          <a:solidFill>
            <a:srgbClr val="F96167"/>
          </a:solidFill>
          <a:ln/>
        </p:spPr>
      </p:sp>
      <p:sp>
        <p:nvSpPr>
          <p:cNvPr id="21" name="Text 19"/>
          <p:cNvSpPr txBox="1"/>
          <p:nvPr/>
        </p:nvSpPr>
        <p:spPr>
          <a:xfrm>
            <a:off x="2514600" y="3977640"/>
            <a:ext cx="411480" cy="411480"/>
          </a:xfrm>
          <a:prstGeom prst="roundRect">
            <a:avLst/>
          </a:prstGeom>
          <a:solidFill>
            <a:schemeClr val="tx2"/>
          </a:solidFill>
          <a:ln/>
        </p:spPr>
        <p:txBody>
          <a:bodyPr wrap="square" lIns="0" tIns="0" rIns="0" bIns="0" rtlCol="0" anchor="ctr"/>
          <a:lstStyle/>
          <a:p>
            <a:pPr marL="0" indent="0" algn="ctr">
              <a:buNone/>
            </a:pPr>
            <a:r>
              <a:rPr lang="en-US" sz="1400" b="1" dirty="0">
                <a:solidFill>
                  <a:srgbClr val="FFFFFF"/>
                </a:solidFill>
                <a:ea typeface="Calibri" pitchFamily="34" charset="-122"/>
                <a:cs typeface="Calibri" pitchFamily="34" charset="-120"/>
              </a:rPr>
              <a:t>4</a:t>
            </a:r>
            <a:endParaRPr lang="en-US" sz="1400" dirty="0"/>
          </a:p>
        </p:txBody>
      </p:sp>
      <p:sp>
        <p:nvSpPr>
          <p:cNvPr id="22" name="Text 20"/>
          <p:cNvSpPr txBox="1"/>
          <p:nvPr/>
        </p:nvSpPr>
        <p:spPr>
          <a:xfrm>
            <a:off x="2540478" y="4386530"/>
            <a:ext cx="2788920" cy="365760"/>
          </a:xfrm>
          <a:prstGeom prst="rect">
            <a:avLst/>
          </a:prstGeom>
          <a:noFill/>
          <a:ln/>
        </p:spPr>
        <p:txBody>
          <a:bodyPr wrap="square" lIns="0" tIns="0" rIns="0" bIns="0" rtlCol="0" anchor="ctr"/>
          <a:lstStyle/>
          <a:p>
            <a:pPr marL="0" indent="0">
              <a:buNone/>
            </a:pPr>
            <a:r>
              <a:rPr lang="en-US" sz="1400" b="1" dirty="0">
                <a:solidFill>
                  <a:srgbClr val="2F3C7E"/>
                </a:solidFill>
                <a:ea typeface="Cambria" pitchFamily="34" charset="-122"/>
                <a:cs typeface="Cambria" pitchFamily="34" charset="-120"/>
              </a:rPr>
              <a:t>Safe Payments</a:t>
            </a:r>
            <a:endParaRPr lang="en-US" sz="1400" dirty="0"/>
          </a:p>
        </p:txBody>
      </p:sp>
      <p:sp>
        <p:nvSpPr>
          <p:cNvPr id="23" name="Text 21"/>
          <p:cNvSpPr txBox="1"/>
          <p:nvPr/>
        </p:nvSpPr>
        <p:spPr>
          <a:xfrm>
            <a:off x="2514600" y="4709160"/>
            <a:ext cx="2788920" cy="1051560"/>
          </a:xfrm>
          <a:prstGeom prst="rect">
            <a:avLst/>
          </a:prstGeom>
          <a:noFill/>
          <a:ln/>
        </p:spPr>
        <p:txBody>
          <a:bodyPr wrap="square" lIns="0" tIns="0" rIns="0" bIns="0" rtlCol="0" anchor="ctr"/>
          <a:lstStyle/>
          <a:p>
            <a:pPr marL="0" indent="0">
              <a:lnSpc>
                <a:spcPct val="120000"/>
              </a:lnSpc>
              <a:buNone/>
            </a:pPr>
            <a:r>
              <a:rPr lang="en-US" sz="1150" dirty="0">
                <a:solidFill>
                  <a:srgbClr val="2B2B2B"/>
                </a:solidFill>
                <a:ea typeface="Calibri" pitchFamily="34" charset="-122"/>
                <a:cs typeface="Calibri" pitchFamily="34" charset="-120"/>
              </a:rPr>
              <a:t>Online payments follow strict safety rules, so cash is not always needed.</a:t>
            </a:r>
            <a:endParaRPr lang="en-US" sz="1150" dirty="0"/>
          </a:p>
        </p:txBody>
      </p:sp>
      <p:sp>
        <p:nvSpPr>
          <p:cNvPr id="24" name="Shape 22"/>
          <p:cNvSpPr/>
          <p:nvPr/>
        </p:nvSpPr>
        <p:spPr>
          <a:xfrm>
            <a:off x="5760720" y="3749040"/>
            <a:ext cx="3246120" cy="2103120"/>
          </a:xfrm>
          <a:prstGeom prst="roundRect">
            <a:avLst>
              <a:gd name="adj" fmla="val 4348"/>
            </a:avLst>
          </a:prstGeom>
          <a:solidFill>
            <a:schemeClr val="bg1"/>
          </a:solidFill>
          <a:ln w="6350">
            <a:solidFill>
              <a:schemeClr val="tx1"/>
            </a:solidFill>
          </a:ln>
        </p:spPr>
      </p:sp>
      <p:sp>
        <p:nvSpPr>
          <p:cNvPr id="25" name="Shape 23"/>
          <p:cNvSpPr/>
          <p:nvPr/>
        </p:nvSpPr>
        <p:spPr>
          <a:xfrm>
            <a:off x="5989320" y="3977640"/>
            <a:ext cx="411480" cy="411480"/>
          </a:xfrm>
          <a:prstGeom prst="ellipse">
            <a:avLst/>
          </a:prstGeom>
          <a:solidFill>
            <a:srgbClr val="F96167"/>
          </a:solidFill>
          <a:ln/>
        </p:spPr>
      </p:sp>
      <p:sp>
        <p:nvSpPr>
          <p:cNvPr id="26" name="Text 24"/>
          <p:cNvSpPr txBox="1"/>
          <p:nvPr/>
        </p:nvSpPr>
        <p:spPr>
          <a:xfrm>
            <a:off x="5989320" y="3977640"/>
            <a:ext cx="411480" cy="411480"/>
          </a:xfrm>
          <a:prstGeom prst="roundRect">
            <a:avLst/>
          </a:prstGeom>
          <a:solidFill>
            <a:schemeClr val="tx2"/>
          </a:solidFill>
          <a:ln/>
        </p:spPr>
        <p:txBody>
          <a:bodyPr wrap="square" lIns="0" tIns="0" rIns="0" bIns="0" rtlCol="0" anchor="ctr"/>
          <a:lstStyle/>
          <a:p>
            <a:pPr marL="0" indent="0" algn="ctr">
              <a:buNone/>
            </a:pPr>
            <a:r>
              <a:rPr lang="en-US" sz="1400" b="1" dirty="0">
                <a:solidFill>
                  <a:srgbClr val="FFFFFF"/>
                </a:solidFill>
                <a:ea typeface="Calibri" pitchFamily="34" charset="-122"/>
                <a:cs typeface="Calibri" pitchFamily="34" charset="-120"/>
              </a:rPr>
              <a:t>5</a:t>
            </a:r>
            <a:endParaRPr lang="en-US" sz="1400" dirty="0"/>
          </a:p>
        </p:txBody>
      </p:sp>
      <p:sp>
        <p:nvSpPr>
          <p:cNvPr id="27" name="Text 25"/>
          <p:cNvSpPr txBox="1"/>
          <p:nvPr/>
        </p:nvSpPr>
        <p:spPr>
          <a:xfrm>
            <a:off x="6015198" y="4386530"/>
            <a:ext cx="2788920" cy="365760"/>
          </a:xfrm>
          <a:prstGeom prst="rect">
            <a:avLst/>
          </a:prstGeom>
          <a:noFill/>
          <a:ln/>
        </p:spPr>
        <p:txBody>
          <a:bodyPr wrap="square" lIns="0" tIns="0" rIns="0" bIns="0" rtlCol="0" anchor="ctr"/>
          <a:lstStyle/>
          <a:p>
            <a:pPr marL="0" indent="0">
              <a:buNone/>
            </a:pPr>
            <a:r>
              <a:rPr lang="en-US" sz="1400" b="1" dirty="0">
                <a:solidFill>
                  <a:srgbClr val="2F3C7E"/>
                </a:solidFill>
                <a:ea typeface="Cambria" pitchFamily="34" charset="-122"/>
                <a:cs typeface="Cambria" pitchFamily="34" charset="-120"/>
              </a:rPr>
              <a:t>Smart Reports</a:t>
            </a:r>
            <a:endParaRPr lang="en-US" sz="1400" dirty="0"/>
          </a:p>
        </p:txBody>
      </p:sp>
      <p:sp>
        <p:nvSpPr>
          <p:cNvPr id="28" name="Text 26"/>
          <p:cNvSpPr txBox="1"/>
          <p:nvPr/>
        </p:nvSpPr>
        <p:spPr>
          <a:xfrm>
            <a:off x="5989320" y="4709160"/>
            <a:ext cx="2788920" cy="1051560"/>
          </a:xfrm>
          <a:prstGeom prst="rect">
            <a:avLst/>
          </a:prstGeom>
          <a:noFill/>
          <a:ln/>
        </p:spPr>
        <p:txBody>
          <a:bodyPr wrap="square" lIns="0" tIns="0" rIns="0" bIns="0" rtlCol="0" anchor="ctr"/>
          <a:lstStyle/>
          <a:p>
            <a:pPr marL="0" indent="0">
              <a:lnSpc>
                <a:spcPct val="120000"/>
              </a:lnSpc>
              <a:buNone/>
            </a:pPr>
            <a:r>
              <a:rPr lang="en-US" sz="1150" dirty="0">
                <a:solidFill>
                  <a:srgbClr val="2B2B2B"/>
                </a:solidFill>
                <a:ea typeface="Calibri" pitchFamily="34" charset="-122"/>
                <a:cs typeface="Calibri" pitchFamily="34" charset="-120"/>
              </a:rPr>
              <a:t>Owners can see sales, popular dishes, and which delivery staff are free.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566928"/>
            <a:ext cx="10515600" cy="640080"/>
          </a:xfrm>
          <a:prstGeom prst="rect">
            <a:avLst/>
          </a:prstGeom>
          <a:noFill/>
          <a:ln/>
        </p:spPr>
        <p:txBody>
          <a:bodyPr wrap="square" lIns="0" tIns="0" rIns="0" bIns="0" rtlCol="0" anchor="ctr"/>
          <a:lstStyle/>
          <a:p>
            <a:pPr marL="0" indent="0" algn="ctr">
              <a:buNone/>
            </a:pPr>
            <a:r>
              <a:rPr lang="en-US" sz="3000" b="1" dirty="0">
                <a:ea typeface="Cambria" pitchFamily="34" charset="-122"/>
                <a:cs typeface="Cambria" pitchFamily="34" charset="-120"/>
              </a:rPr>
              <a:t>Limitations</a:t>
            </a:r>
            <a:endParaRPr lang="en-US" sz="3000" dirty="0"/>
          </a:p>
        </p:txBody>
      </p:sp>
      <p:sp>
        <p:nvSpPr>
          <p:cNvPr id="4" name="Shape 2"/>
          <p:cNvSpPr/>
          <p:nvPr/>
        </p:nvSpPr>
        <p:spPr>
          <a:xfrm>
            <a:off x="548640" y="1554480"/>
            <a:ext cx="5074920" cy="1920240"/>
          </a:xfrm>
          <a:prstGeom prst="roundRect">
            <a:avLst>
              <a:gd name="adj" fmla="val 4762"/>
            </a:avLst>
          </a:prstGeom>
          <a:solidFill>
            <a:schemeClr val="bg1"/>
          </a:solidFill>
          <a:ln w="19050">
            <a:solidFill>
              <a:schemeClr val="tx1"/>
            </a:solidFill>
            <a:prstDash val="solid"/>
          </a:ln>
        </p:spPr>
      </p:sp>
      <p:sp>
        <p:nvSpPr>
          <p:cNvPr id="5" name="Shape 3"/>
          <p:cNvSpPr/>
          <p:nvPr/>
        </p:nvSpPr>
        <p:spPr>
          <a:xfrm>
            <a:off x="777240" y="1783080"/>
            <a:ext cx="411480" cy="411480"/>
          </a:xfrm>
          <a:prstGeom prst="ellipse">
            <a:avLst/>
          </a:prstGeom>
          <a:solidFill>
            <a:srgbClr val="2F3C7E"/>
          </a:solidFill>
          <a:ln/>
        </p:spPr>
      </p:sp>
      <p:sp>
        <p:nvSpPr>
          <p:cNvPr id="6" name="Text 4"/>
          <p:cNvSpPr txBox="1"/>
          <p:nvPr/>
        </p:nvSpPr>
        <p:spPr>
          <a:xfrm>
            <a:off x="777240" y="17830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ea typeface="Calibri" pitchFamily="34" charset="-122"/>
                <a:cs typeface="Calibri" pitchFamily="34" charset="-120"/>
              </a:rPr>
              <a:t>1</a:t>
            </a:r>
            <a:endParaRPr lang="en-US" sz="1400" dirty="0"/>
          </a:p>
        </p:txBody>
      </p:sp>
      <p:sp>
        <p:nvSpPr>
          <p:cNvPr id="7" name="Text 5"/>
          <p:cNvSpPr txBox="1"/>
          <p:nvPr/>
        </p:nvSpPr>
        <p:spPr>
          <a:xfrm>
            <a:off x="1417320" y="1755648"/>
            <a:ext cx="3977640" cy="365760"/>
          </a:xfrm>
          <a:prstGeom prst="rect">
            <a:avLst/>
          </a:prstGeom>
          <a:noFill/>
          <a:ln/>
        </p:spPr>
        <p:txBody>
          <a:bodyPr wrap="square" lIns="0" tIns="0" rIns="0" bIns="0" rtlCol="0" anchor="ctr"/>
          <a:lstStyle/>
          <a:p>
            <a:pPr marL="0" indent="0">
              <a:buNone/>
            </a:pPr>
            <a:r>
              <a:rPr lang="en-US" sz="1450" b="1" dirty="0">
                <a:ea typeface="Cambria" pitchFamily="34" charset="-122"/>
                <a:cs typeface="Cambria" pitchFamily="34" charset="-120"/>
              </a:rPr>
              <a:t>Needs Internet</a:t>
            </a:r>
            <a:endParaRPr lang="en-US" sz="1450" dirty="0"/>
          </a:p>
        </p:txBody>
      </p:sp>
      <p:sp>
        <p:nvSpPr>
          <p:cNvPr id="8" name="Text 6"/>
          <p:cNvSpPr txBox="1"/>
          <p:nvPr/>
        </p:nvSpPr>
        <p:spPr>
          <a:xfrm>
            <a:off x="1417320" y="2121408"/>
            <a:ext cx="3977640" cy="1188720"/>
          </a:xfrm>
          <a:prstGeom prst="rect">
            <a:avLst/>
          </a:prstGeom>
          <a:noFill/>
          <a:ln/>
        </p:spPr>
        <p:txBody>
          <a:bodyPr wrap="square" lIns="0" tIns="0" rIns="0" bIns="0" rtlCol="0" anchor="ctr"/>
          <a:lstStyle/>
          <a:p>
            <a:pPr marL="0" indent="0">
              <a:lnSpc>
                <a:spcPct val="120000"/>
              </a:lnSpc>
              <a:buNone/>
            </a:pPr>
            <a:r>
              <a:rPr lang="en-US" sz="1200" dirty="0">
                <a:solidFill>
                  <a:srgbClr val="2B2B2B"/>
                </a:solidFill>
                <a:ea typeface="Calibri" pitchFamily="34" charset="-122"/>
                <a:cs typeface="Calibri" pitchFamily="34" charset="-120"/>
              </a:rPr>
              <a:t>Both the website and the app need an active internet connection to fully work.</a:t>
            </a:r>
            <a:endParaRPr lang="en-US" sz="1200" dirty="0"/>
          </a:p>
        </p:txBody>
      </p:sp>
      <p:sp>
        <p:nvSpPr>
          <p:cNvPr id="9" name="Shape 7"/>
          <p:cNvSpPr/>
          <p:nvPr/>
        </p:nvSpPr>
        <p:spPr>
          <a:xfrm>
            <a:off x="6080760" y="1554480"/>
            <a:ext cx="5074920" cy="1920240"/>
          </a:xfrm>
          <a:prstGeom prst="roundRect">
            <a:avLst>
              <a:gd name="adj" fmla="val 4762"/>
            </a:avLst>
          </a:prstGeom>
          <a:solidFill>
            <a:schemeClr val="bg1"/>
          </a:solidFill>
          <a:ln w="19050">
            <a:solidFill>
              <a:schemeClr val="tx1"/>
            </a:solidFill>
            <a:prstDash val="solid"/>
          </a:ln>
        </p:spPr>
      </p:sp>
      <p:sp>
        <p:nvSpPr>
          <p:cNvPr id="10" name="Shape 8"/>
          <p:cNvSpPr/>
          <p:nvPr/>
        </p:nvSpPr>
        <p:spPr>
          <a:xfrm>
            <a:off x="6309360" y="1783080"/>
            <a:ext cx="411480" cy="411480"/>
          </a:xfrm>
          <a:prstGeom prst="ellipse">
            <a:avLst/>
          </a:prstGeom>
          <a:solidFill>
            <a:srgbClr val="2F3C7E"/>
          </a:solidFill>
          <a:ln/>
        </p:spPr>
      </p:sp>
      <p:sp>
        <p:nvSpPr>
          <p:cNvPr id="11" name="Text 9"/>
          <p:cNvSpPr txBox="1"/>
          <p:nvPr/>
        </p:nvSpPr>
        <p:spPr>
          <a:xfrm>
            <a:off x="6309360" y="17830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ea typeface="Calibri" pitchFamily="34" charset="-122"/>
                <a:cs typeface="Calibri" pitchFamily="34" charset="-120"/>
              </a:rPr>
              <a:t>2</a:t>
            </a:r>
            <a:endParaRPr lang="en-US" sz="1400" dirty="0"/>
          </a:p>
        </p:txBody>
      </p:sp>
      <p:sp>
        <p:nvSpPr>
          <p:cNvPr id="12" name="Text 10"/>
          <p:cNvSpPr txBox="1"/>
          <p:nvPr/>
        </p:nvSpPr>
        <p:spPr>
          <a:xfrm>
            <a:off x="6949440" y="1755648"/>
            <a:ext cx="3977640" cy="365760"/>
          </a:xfrm>
          <a:prstGeom prst="rect">
            <a:avLst/>
          </a:prstGeom>
          <a:noFill/>
          <a:ln/>
        </p:spPr>
        <p:txBody>
          <a:bodyPr wrap="square" lIns="0" tIns="0" rIns="0" bIns="0" rtlCol="0" anchor="ctr"/>
          <a:lstStyle/>
          <a:p>
            <a:pPr marL="0" indent="0">
              <a:buNone/>
            </a:pPr>
            <a:r>
              <a:rPr lang="en-US" sz="1450" b="1" dirty="0">
                <a:ea typeface="Cambria" pitchFamily="34" charset="-122"/>
                <a:cs typeface="Cambria" pitchFamily="34" charset="-120"/>
              </a:rPr>
              <a:t>Needs a Good Phone</a:t>
            </a:r>
            <a:endParaRPr lang="en-US" sz="1450" dirty="0"/>
          </a:p>
        </p:txBody>
      </p:sp>
      <p:sp>
        <p:nvSpPr>
          <p:cNvPr id="13" name="Text 11"/>
          <p:cNvSpPr txBox="1"/>
          <p:nvPr/>
        </p:nvSpPr>
        <p:spPr>
          <a:xfrm>
            <a:off x="6949440" y="2121408"/>
            <a:ext cx="3977640" cy="1188720"/>
          </a:xfrm>
          <a:prstGeom prst="rect">
            <a:avLst/>
          </a:prstGeom>
          <a:noFill/>
          <a:ln/>
        </p:spPr>
        <p:txBody>
          <a:bodyPr wrap="square" lIns="0" tIns="0" rIns="0" bIns="0" rtlCol="0" anchor="ctr"/>
          <a:lstStyle/>
          <a:p>
            <a:pPr marL="0" indent="0">
              <a:lnSpc>
                <a:spcPct val="120000"/>
              </a:lnSpc>
              <a:buNone/>
            </a:pPr>
            <a:r>
              <a:rPr lang="en-US" sz="1200" dirty="0">
                <a:solidFill>
                  <a:srgbClr val="2B2B2B"/>
                </a:solidFill>
                <a:ea typeface="Calibri" pitchFamily="34" charset="-122"/>
                <a:cs typeface="Calibri" pitchFamily="34" charset="-120"/>
              </a:rPr>
              <a:t>Delivery riders need an Android phone with GPS and a working camera.</a:t>
            </a:r>
            <a:endParaRPr lang="en-US" sz="1200" dirty="0"/>
          </a:p>
        </p:txBody>
      </p:sp>
      <p:sp>
        <p:nvSpPr>
          <p:cNvPr id="14" name="Shape 12"/>
          <p:cNvSpPr/>
          <p:nvPr/>
        </p:nvSpPr>
        <p:spPr>
          <a:xfrm>
            <a:off x="548640" y="3749040"/>
            <a:ext cx="5074920" cy="1920240"/>
          </a:xfrm>
          <a:prstGeom prst="roundRect">
            <a:avLst>
              <a:gd name="adj" fmla="val 4762"/>
            </a:avLst>
          </a:prstGeom>
          <a:solidFill>
            <a:schemeClr val="bg1"/>
          </a:solidFill>
          <a:ln w="19050">
            <a:solidFill>
              <a:schemeClr val="tx1"/>
            </a:solidFill>
            <a:prstDash val="solid"/>
          </a:ln>
        </p:spPr>
      </p:sp>
      <p:sp>
        <p:nvSpPr>
          <p:cNvPr id="15" name="Shape 13"/>
          <p:cNvSpPr/>
          <p:nvPr/>
        </p:nvSpPr>
        <p:spPr>
          <a:xfrm>
            <a:off x="777240" y="3977640"/>
            <a:ext cx="411480" cy="411480"/>
          </a:xfrm>
          <a:prstGeom prst="ellipse">
            <a:avLst/>
          </a:prstGeom>
          <a:solidFill>
            <a:srgbClr val="2F3C7E"/>
          </a:solidFill>
          <a:ln/>
        </p:spPr>
      </p:sp>
      <p:sp>
        <p:nvSpPr>
          <p:cNvPr id="16" name="Text 14"/>
          <p:cNvSpPr txBox="1"/>
          <p:nvPr/>
        </p:nvSpPr>
        <p:spPr>
          <a:xfrm>
            <a:off x="777240" y="39776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ea typeface="Calibri" pitchFamily="34" charset="-122"/>
                <a:cs typeface="Calibri" pitchFamily="34" charset="-120"/>
              </a:rPr>
              <a:t>3</a:t>
            </a:r>
            <a:endParaRPr lang="en-US" sz="1400" dirty="0"/>
          </a:p>
        </p:txBody>
      </p:sp>
      <p:sp>
        <p:nvSpPr>
          <p:cNvPr id="17" name="Text 15"/>
          <p:cNvSpPr txBox="1"/>
          <p:nvPr/>
        </p:nvSpPr>
        <p:spPr>
          <a:xfrm>
            <a:off x="1417320" y="3950208"/>
            <a:ext cx="3977640" cy="365760"/>
          </a:xfrm>
          <a:prstGeom prst="rect">
            <a:avLst/>
          </a:prstGeom>
          <a:noFill/>
          <a:ln/>
        </p:spPr>
        <p:txBody>
          <a:bodyPr wrap="square" lIns="0" tIns="0" rIns="0" bIns="0" rtlCol="0" anchor="ctr"/>
          <a:lstStyle/>
          <a:p>
            <a:pPr marL="0" indent="0">
              <a:buNone/>
            </a:pPr>
            <a:r>
              <a:rPr lang="en-US" sz="1450" b="1" dirty="0">
                <a:ea typeface="Cambria" pitchFamily="34" charset="-122"/>
                <a:cs typeface="Cambria" pitchFamily="34" charset="-120"/>
              </a:rPr>
              <a:t>Setup Takes Time</a:t>
            </a:r>
            <a:endParaRPr lang="en-US" sz="1450" dirty="0"/>
          </a:p>
        </p:txBody>
      </p:sp>
      <p:sp>
        <p:nvSpPr>
          <p:cNvPr id="18" name="Text 16"/>
          <p:cNvSpPr txBox="1"/>
          <p:nvPr/>
        </p:nvSpPr>
        <p:spPr>
          <a:xfrm>
            <a:off x="1417320" y="4315968"/>
            <a:ext cx="3977640" cy="1188720"/>
          </a:xfrm>
          <a:prstGeom prst="rect">
            <a:avLst/>
          </a:prstGeom>
          <a:noFill/>
          <a:ln/>
        </p:spPr>
        <p:txBody>
          <a:bodyPr wrap="square" lIns="0" tIns="0" rIns="0" bIns="0" rtlCol="0" anchor="ctr"/>
          <a:lstStyle/>
          <a:p>
            <a:pPr marL="0" indent="0">
              <a:lnSpc>
                <a:spcPct val="120000"/>
              </a:lnSpc>
              <a:buNone/>
            </a:pPr>
            <a:r>
              <a:rPr lang="en-US" sz="1200" dirty="0">
                <a:solidFill>
                  <a:srgbClr val="2B2B2B"/>
                </a:solidFill>
                <a:ea typeface="Calibri" pitchFamily="34" charset="-122"/>
                <a:cs typeface="Calibri" pitchFamily="34" charset="-120"/>
              </a:rPr>
              <a:t>Setting up the server, database, and training staff takes effort at the start.</a:t>
            </a:r>
            <a:endParaRPr lang="en-US" sz="1200" dirty="0"/>
          </a:p>
        </p:txBody>
      </p:sp>
      <p:sp>
        <p:nvSpPr>
          <p:cNvPr id="19" name="Shape 17"/>
          <p:cNvSpPr/>
          <p:nvPr/>
        </p:nvSpPr>
        <p:spPr>
          <a:xfrm>
            <a:off x="6080760" y="3749040"/>
            <a:ext cx="5074920" cy="1920240"/>
          </a:xfrm>
          <a:prstGeom prst="roundRect">
            <a:avLst>
              <a:gd name="adj" fmla="val 4762"/>
            </a:avLst>
          </a:prstGeom>
          <a:solidFill>
            <a:schemeClr val="bg1"/>
          </a:solidFill>
          <a:ln w="19050">
            <a:solidFill>
              <a:schemeClr val="tx1"/>
            </a:solidFill>
            <a:prstDash val="solid"/>
          </a:ln>
        </p:spPr>
      </p:sp>
      <p:sp>
        <p:nvSpPr>
          <p:cNvPr id="20" name="Shape 18"/>
          <p:cNvSpPr/>
          <p:nvPr/>
        </p:nvSpPr>
        <p:spPr>
          <a:xfrm>
            <a:off x="6309360" y="3977640"/>
            <a:ext cx="411480" cy="411480"/>
          </a:xfrm>
          <a:prstGeom prst="ellipse">
            <a:avLst/>
          </a:prstGeom>
          <a:solidFill>
            <a:srgbClr val="2F3C7E"/>
          </a:solidFill>
          <a:ln/>
        </p:spPr>
      </p:sp>
      <p:sp>
        <p:nvSpPr>
          <p:cNvPr id="21" name="Text 19"/>
          <p:cNvSpPr txBox="1"/>
          <p:nvPr/>
        </p:nvSpPr>
        <p:spPr>
          <a:xfrm>
            <a:off x="6309360" y="39776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ea typeface="Calibri" pitchFamily="34" charset="-122"/>
                <a:cs typeface="Calibri" pitchFamily="34" charset="-120"/>
              </a:rPr>
              <a:t>4</a:t>
            </a:r>
            <a:endParaRPr lang="en-US" sz="1400" dirty="0"/>
          </a:p>
        </p:txBody>
      </p:sp>
      <p:sp>
        <p:nvSpPr>
          <p:cNvPr id="22" name="Text 20"/>
          <p:cNvSpPr txBox="1"/>
          <p:nvPr/>
        </p:nvSpPr>
        <p:spPr>
          <a:xfrm>
            <a:off x="6949440" y="3950208"/>
            <a:ext cx="3977640" cy="365760"/>
          </a:xfrm>
          <a:prstGeom prst="rect">
            <a:avLst/>
          </a:prstGeom>
          <a:noFill/>
          <a:ln/>
        </p:spPr>
        <p:txBody>
          <a:bodyPr wrap="square" lIns="0" tIns="0" rIns="0" bIns="0" rtlCol="0" anchor="ctr"/>
          <a:lstStyle/>
          <a:p>
            <a:pPr marL="0" indent="0">
              <a:buNone/>
            </a:pPr>
            <a:r>
              <a:rPr lang="en-US" sz="1450" b="1" dirty="0">
                <a:ea typeface="Cambria" pitchFamily="34" charset="-122"/>
                <a:cs typeface="Cambria" pitchFamily="34" charset="-120"/>
              </a:rPr>
              <a:t>Needs Correct Setup</a:t>
            </a:r>
            <a:endParaRPr lang="en-US" sz="1450" dirty="0"/>
          </a:p>
        </p:txBody>
      </p:sp>
      <p:sp>
        <p:nvSpPr>
          <p:cNvPr id="23" name="Text 21"/>
          <p:cNvSpPr txBox="1"/>
          <p:nvPr/>
        </p:nvSpPr>
        <p:spPr>
          <a:xfrm>
            <a:off x="6949440" y="4315968"/>
            <a:ext cx="3977640" cy="1188720"/>
          </a:xfrm>
          <a:prstGeom prst="rect">
            <a:avLst/>
          </a:prstGeom>
          <a:noFill/>
          <a:ln/>
        </p:spPr>
        <p:txBody>
          <a:bodyPr wrap="square" lIns="0" tIns="0" rIns="0" bIns="0" rtlCol="0" anchor="ctr"/>
          <a:lstStyle/>
          <a:p>
            <a:pPr marL="0" indent="0">
              <a:lnSpc>
                <a:spcPct val="120000"/>
              </a:lnSpc>
              <a:buNone/>
            </a:pPr>
            <a:r>
              <a:rPr lang="en-US" sz="1200" dirty="0">
                <a:solidFill>
                  <a:srgbClr val="2B2B2B"/>
                </a:solidFill>
                <a:ea typeface="Calibri" pitchFamily="34" charset="-122"/>
                <a:cs typeface="Calibri" pitchFamily="34" charset="-120"/>
              </a:rPr>
              <a:t>Payment and map services must be configured correctly, or they will not work.</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1411282" y="3332729"/>
            <a:ext cx="3954349" cy="491016"/>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Use Case Diagram</a:t>
            </a:r>
            <a:endParaRPr lang="en-US" sz="3000" dirty="0"/>
          </a:p>
        </p:txBody>
      </p:sp>
      <p:pic>
        <p:nvPicPr>
          <p:cNvPr id="4" name="Image 0" descr="imgs/slide10_87.png"/>
          <p:cNvPicPr>
            <a:picLocks noChangeAspect="1"/>
          </p:cNvPicPr>
          <p:nvPr/>
        </p:nvPicPr>
        <p:blipFill>
          <a:blip r:embed="rId3"/>
          <a:stretch>
            <a:fillRect/>
          </a:stretch>
        </p:blipFill>
        <p:spPr>
          <a:xfrm>
            <a:off x="5233468" y="865402"/>
            <a:ext cx="5676883" cy="54256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4B248-B5DC-8479-C8CF-D5BDD0494217}"/>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481FC6F-5BD0-AAE1-1A26-5DBD53556DE8}"/>
              </a:ext>
            </a:extLst>
          </p:cNvPr>
          <p:cNvSpPr txBox="1"/>
          <p:nvPr/>
        </p:nvSpPr>
        <p:spPr>
          <a:xfrm>
            <a:off x="945455" y="3039603"/>
            <a:ext cx="3600666" cy="778793"/>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Use Case Diagram</a:t>
            </a:r>
            <a:endParaRPr lang="en-US" sz="3000" dirty="0"/>
          </a:p>
        </p:txBody>
      </p:sp>
      <p:pic>
        <p:nvPicPr>
          <p:cNvPr id="5" name="Image 1" descr="imgs/slide11_11.png">
            <a:extLst>
              <a:ext uri="{FF2B5EF4-FFF2-40B4-BE49-F238E27FC236}">
                <a16:creationId xmlns:a16="http://schemas.microsoft.com/office/drawing/2014/main" id="{DC186029-D2F3-CB44-E924-3A29B656B6A2}"/>
              </a:ext>
            </a:extLst>
          </p:cNvPr>
          <p:cNvPicPr>
            <a:picLocks noChangeAspect="1"/>
          </p:cNvPicPr>
          <p:nvPr/>
        </p:nvPicPr>
        <p:blipFill>
          <a:blip r:embed="rId3"/>
          <a:stretch>
            <a:fillRect/>
          </a:stretch>
        </p:blipFill>
        <p:spPr>
          <a:xfrm>
            <a:off x="5529532" y="745421"/>
            <a:ext cx="5963446" cy="5701099"/>
          </a:xfrm>
          <a:prstGeom prst="rect">
            <a:avLst/>
          </a:prstGeom>
        </p:spPr>
      </p:pic>
    </p:spTree>
    <p:extLst>
      <p:ext uri="{BB962C8B-B14F-4D97-AF65-F5344CB8AC3E}">
        <p14:creationId xmlns:p14="http://schemas.microsoft.com/office/powerpoint/2010/main" val="428007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2F3C7E"/>
                </a:solidFill>
                <a:latin typeface="Cambria" pitchFamily="34" charset="0"/>
                <a:ea typeface="Cambria" pitchFamily="34" charset="-122"/>
                <a:cs typeface="Cambria" pitchFamily="34" charset="-120"/>
              </a:rPr>
              <a:t>Class </a:t>
            </a:r>
            <a:r>
              <a:rPr lang="en-US" sz="3000" b="1" dirty="0">
                <a:latin typeface="Cambria" pitchFamily="34" charset="0"/>
                <a:ea typeface="Cambria" pitchFamily="34" charset="-122"/>
                <a:cs typeface="Cambria" pitchFamily="34" charset="-120"/>
              </a:rPr>
              <a:t>Diagram</a:t>
            </a:r>
            <a:endParaRPr lang="en-US" sz="3000" dirty="0"/>
          </a:p>
        </p:txBody>
      </p:sp>
      <p:pic>
        <p:nvPicPr>
          <p:cNvPr id="4" name="Image 0"/>
          <p:cNvPicPr>
            <a:picLocks noChangeAspect="1"/>
          </p:cNvPicPr>
          <p:nvPr/>
        </p:nvPicPr>
        <p:blipFill>
          <a:blip r:embed="rId3">
            <a:extLst>
              <a:ext uri="{28A0092B-C50C-407E-A947-70E740481C1C}">
                <a14:useLocalDpi xmlns:a14="http://schemas.microsoft.com/office/drawing/2010/main" val="0"/>
              </a:ext>
            </a:extLst>
          </a:blip>
          <a:srcRect t="6831"/>
          <a:stretch>
            <a:fillRect/>
          </a:stretch>
        </p:blipFill>
        <p:spPr>
          <a:xfrm>
            <a:off x="3141654" y="1397478"/>
            <a:ext cx="7406640" cy="460046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CC011-0697-9D04-66C2-A54FB76B3EC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A4982CD4-A252-B77D-FAC0-592DD0E970E2}"/>
              </a:ext>
            </a:extLst>
          </p:cNvPr>
          <p:cNvSpPr txBox="1"/>
          <p:nvPr/>
        </p:nvSpPr>
        <p:spPr>
          <a:xfrm>
            <a:off x="1012166" y="541049"/>
            <a:ext cx="4903254" cy="97720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Activity Diagram</a:t>
            </a:r>
            <a:endParaRPr lang="en-US" sz="3000" dirty="0"/>
          </a:p>
        </p:txBody>
      </p:sp>
      <p:pic>
        <p:nvPicPr>
          <p:cNvPr id="4" name="Image 0" descr="imgs/slide13_18.png">
            <a:extLst>
              <a:ext uri="{FF2B5EF4-FFF2-40B4-BE49-F238E27FC236}">
                <a16:creationId xmlns:a16="http://schemas.microsoft.com/office/drawing/2014/main" id="{A5ADF668-9DDA-062D-8EEC-861E717DBBA4}"/>
              </a:ext>
            </a:extLst>
          </p:cNvPr>
          <p:cNvPicPr>
            <a:picLocks noChangeAspect="1"/>
          </p:cNvPicPr>
          <p:nvPr/>
        </p:nvPicPr>
        <p:blipFill>
          <a:blip r:embed="rId3"/>
          <a:stretch>
            <a:fillRect/>
          </a:stretch>
        </p:blipFill>
        <p:spPr>
          <a:xfrm>
            <a:off x="7029933" y="448967"/>
            <a:ext cx="4149901" cy="5960066"/>
          </a:xfrm>
          <a:prstGeom prst="rect">
            <a:avLst/>
          </a:prstGeom>
        </p:spPr>
      </p:pic>
      <p:sp>
        <p:nvSpPr>
          <p:cNvPr id="6" name="Text 2">
            <a:extLst>
              <a:ext uri="{FF2B5EF4-FFF2-40B4-BE49-F238E27FC236}">
                <a16:creationId xmlns:a16="http://schemas.microsoft.com/office/drawing/2014/main" id="{0BE7A639-0E9A-99AA-2E00-9FCA79D26609}"/>
              </a:ext>
            </a:extLst>
          </p:cNvPr>
          <p:cNvSpPr txBox="1"/>
          <p:nvPr/>
        </p:nvSpPr>
        <p:spPr>
          <a:xfrm>
            <a:off x="3623682" y="3154680"/>
            <a:ext cx="3406251" cy="274320"/>
          </a:xfrm>
          <a:prstGeom prst="rect">
            <a:avLst/>
          </a:prstGeom>
          <a:noFill/>
          <a:ln/>
        </p:spPr>
        <p:txBody>
          <a:bodyPr wrap="square" lIns="0" tIns="0" rIns="0" bIns="0" rtlCol="0" anchor="ctr"/>
          <a:lstStyle/>
          <a:p>
            <a:pPr marL="0" indent="0" algn="ctr">
              <a:buNone/>
            </a:pPr>
            <a:r>
              <a:rPr lang="en-US" sz="1300" b="1" dirty="0">
                <a:solidFill>
                  <a:srgbClr val="2F3C7E"/>
                </a:solidFill>
                <a:latin typeface="Cambria" pitchFamily="34" charset="0"/>
                <a:ea typeface="Cambria" pitchFamily="34" charset="-122"/>
                <a:cs typeface="Cambria" pitchFamily="34" charset="-120"/>
              </a:rPr>
              <a:t>Admin Flow</a:t>
            </a:r>
            <a:endParaRPr lang="en-US" sz="1300" dirty="0"/>
          </a:p>
        </p:txBody>
      </p:sp>
    </p:spTree>
    <p:extLst>
      <p:ext uri="{BB962C8B-B14F-4D97-AF65-F5344CB8AC3E}">
        <p14:creationId xmlns:p14="http://schemas.microsoft.com/office/powerpoint/2010/main" val="1184274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4475A-77EC-6DA1-6562-D1B33B033CC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AE98441-E3B9-1D5A-DF57-DAA27D9C5C31}"/>
              </a:ext>
            </a:extLst>
          </p:cNvPr>
          <p:cNvSpPr txBox="1"/>
          <p:nvPr/>
        </p:nvSpPr>
        <p:spPr>
          <a:xfrm>
            <a:off x="1012166" y="541049"/>
            <a:ext cx="4903254" cy="97720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Activity Diagram</a:t>
            </a:r>
            <a:endParaRPr lang="en-US" sz="3000" dirty="0"/>
          </a:p>
        </p:txBody>
      </p:sp>
      <p:sp>
        <p:nvSpPr>
          <p:cNvPr id="5" name="Text 3">
            <a:extLst>
              <a:ext uri="{FF2B5EF4-FFF2-40B4-BE49-F238E27FC236}">
                <a16:creationId xmlns:a16="http://schemas.microsoft.com/office/drawing/2014/main" id="{CDA1BB70-35A5-A8F8-BE1A-9E36DD560A2A}"/>
              </a:ext>
            </a:extLst>
          </p:cNvPr>
          <p:cNvSpPr txBox="1"/>
          <p:nvPr/>
        </p:nvSpPr>
        <p:spPr>
          <a:xfrm>
            <a:off x="4088921" y="3027872"/>
            <a:ext cx="3425211" cy="401128"/>
          </a:xfrm>
          <a:prstGeom prst="rect">
            <a:avLst/>
          </a:prstGeom>
          <a:noFill/>
          <a:ln/>
        </p:spPr>
        <p:txBody>
          <a:bodyPr wrap="square" lIns="0" tIns="0" rIns="0" bIns="0" rtlCol="0" anchor="ctr"/>
          <a:lstStyle/>
          <a:p>
            <a:pPr marL="0" indent="0" algn="ctr">
              <a:buNone/>
            </a:pPr>
            <a:r>
              <a:rPr lang="en-US" sz="1300" b="1" dirty="0">
                <a:solidFill>
                  <a:srgbClr val="2F3C7E"/>
                </a:solidFill>
                <a:latin typeface="Cambria" pitchFamily="34" charset="0"/>
                <a:ea typeface="Cambria" pitchFamily="34" charset="-122"/>
                <a:cs typeface="Cambria" pitchFamily="34" charset="-120"/>
              </a:rPr>
              <a:t>Customer Flow</a:t>
            </a:r>
            <a:endParaRPr lang="en-US" sz="1300" dirty="0"/>
          </a:p>
        </p:txBody>
      </p:sp>
      <p:pic>
        <p:nvPicPr>
          <p:cNvPr id="8" name="Image 1" descr="imgs/slide14_10.png">
            <a:extLst>
              <a:ext uri="{FF2B5EF4-FFF2-40B4-BE49-F238E27FC236}">
                <a16:creationId xmlns:a16="http://schemas.microsoft.com/office/drawing/2014/main" id="{99557B3A-F02B-7DBF-B0CE-936EFB3C7116}"/>
              </a:ext>
            </a:extLst>
          </p:cNvPr>
          <p:cNvPicPr>
            <a:picLocks noChangeAspect="1"/>
          </p:cNvPicPr>
          <p:nvPr/>
        </p:nvPicPr>
        <p:blipFill>
          <a:blip r:embed="rId3"/>
          <a:stretch>
            <a:fillRect/>
          </a:stretch>
        </p:blipFill>
        <p:spPr>
          <a:xfrm>
            <a:off x="7353104" y="541049"/>
            <a:ext cx="3938849" cy="6026414"/>
          </a:xfrm>
          <a:prstGeom prst="rect">
            <a:avLst/>
          </a:prstGeom>
        </p:spPr>
      </p:pic>
    </p:spTree>
    <p:extLst>
      <p:ext uri="{BB962C8B-B14F-4D97-AF65-F5344CB8AC3E}">
        <p14:creationId xmlns:p14="http://schemas.microsoft.com/office/powerpoint/2010/main" val="990909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743950" y="0"/>
            <a:ext cx="34480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Placeholder 10"/>
          <p:cNvPicPr>
            <a:picLocks noGrp="1" noChangeAspect="1"/>
          </p:cNvPicPr>
          <p:nvPr>
            <p:ph type="pic" sz="quarter" idx="12"/>
          </p:nvPr>
        </p:nvPicPr>
        <p:blipFill>
          <a:blip r:embed="rId2" cstate="print">
            <a:extLst>
              <a:ext uri="{28A0092B-C50C-407E-A947-70E740481C1C}">
                <a14:useLocalDpi xmlns:a14="http://schemas.microsoft.com/office/drawing/2010/main" val="0"/>
              </a:ext>
            </a:extLst>
          </a:blip>
          <a:srcRect t="16626" b="16626"/>
          <a:stretch/>
        </p:blipFill>
        <p:spPr>
          <a:xfrm>
            <a:off x="6859166" y="1531776"/>
            <a:ext cx="3962400" cy="3962400"/>
          </a:xfrm>
        </p:spPr>
      </p:pic>
      <p:sp>
        <p:nvSpPr>
          <p:cNvPr id="2" name="Rectangle 1">
            <a:extLst>
              <a:ext uri="{FF2B5EF4-FFF2-40B4-BE49-F238E27FC236}">
                <a16:creationId xmlns:a16="http://schemas.microsoft.com/office/drawing/2014/main" id="{7D9779A8-8873-9ED2-CAF7-951CAB23A3F3}"/>
              </a:ext>
            </a:extLst>
          </p:cNvPr>
          <p:cNvSpPr/>
          <p:nvPr/>
        </p:nvSpPr>
        <p:spPr>
          <a:xfrm>
            <a:off x="1799578" y="2736502"/>
            <a:ext cx="3801122" cy="1384995"/>
          </a:xfrm>
          <a:prstGeom prst="rect">
            <a:avLst/>
          </a:prstGeom>
        </p:spPr>
        <p:txBody>
          <a:bodyPr wrap="square">
            <a:spAutoFit/>
          </a:bodyPr>
          <a:lstStyle/>
          <a:p>
            <a:pPr algn="ctr"/>
            <a:r>
              <a:rPr lang="en-US" sz="2800" b="1" dirty="0">
                <a:solidFill>
                  <a:schemeClr val="tx1">
                    <a:lumMod val="85000"/>
                    <a:lumOff val="15000"/>
                  </a:schemeClr>
                </a:solidFill>
                <a:latin typeface="+mj-lt"/>
              </a:rPr>
              <a:t>Database Design </a:t>
            </a:r>
          </a:p>
          <a:p>
            <a:pPr algn="ctr"/>
            <a:r>
              <a:rPr lang="en-US" sz="2800" b="1" dirty="0">
                <a:solidFill>
                  <a:schemeClr val="tx1">
                    <a:lumMod val="85000"/>
                    <a:lumOff val="15000"/>
                  </a:schemeClr>
                </a:solidFill>
                <a:latin typeface="+mj-lt"/>
              </a:rPr>
              <a:t>&amp;</a:t>
            </a:r>
          </a:p>
          <a:p>
            <a:pPr algn="ctr"/>
            <a:r>
              <a:rPr lang="en-US" sz="2800" b="1" dirty="0">
                <a:solidFill>
                  <a:schemeClr val="tx1">
                    <a:lumMod val="85000"/>
                    <a:lumOff val="15000"/>
                  </a:schemeClr>
                </a:solidFill>
                <a:latin typeface="+mj-lt"/>
              </a:rPr>
              <a:t>Data Dictionary</a:t>
            </a:r>
          </a:p>
        </p:txBody>
      </p:sp>
    </p:spTree>
    <p:extLst>
      <p:ext uri="{BB962C8B-B14F-4D97-AF65-F5344CB8AC3E}">
        <p14:creationId xmlns:p14="http://schemas.microsoft.com/office/powerpoint/2010/main" val="1206141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22424-9D73-358D-494D-B9E0239BD08D}"/>
              </a:ext>
            </a:extLst>
          </p:cNvPr>
          <p:cNvSpPr txBox="1">
            <a:spLocks/>
          </p:cNvSpPr>
          <p:nvPr/>
        </p:nvSpPr>
        <p:spPr>
          <a:xfrm>
            <a:off x="1419411" y="1016386"/>
            <a:ext cx="2798026" cy="57236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14350" indent="-514350">
              <a:buFont typeface="+mj-lt"/>
              <a:buAutoNum type="arabicPeriod"/>
            </a:pPr>
            <a:r>
              <a:rPr lang="en-US" sz="2400" b="1" dirty="0"/>
              <a:t>Customer</a:t>
            </a:r>
            <a:endParaRPr lang="en-US" sz="2800" b="1" dirty="0"/>
          </a:p>
        </p:txBody>
      </p:sp>
      <p:graphicFrame>
        <p:nvGraphicFramePr>
          <p:cNvPr id="3" name="Table 2">
            <a:extLst>
              <a:ext uri="{FF2B5EF4-FFF2-40B4-BE49-F238E27FC236}">
                <a16:creationId xmlns:a16="http://schemas.microsoft.com/office/drawing/2014/main" id="{F13EB40D-A684-2FB6-67B2-6C77A50C1A47}"/>
              </a:ext>
            </a:extLst>
          </p:cNvPr>
          <p:cNvGraphicFramePr>
            <a:graphicFrameLocks noGrp="1"/>
          </p:cNvGraphicFramePr>
          <p:nvPr>
            <p:extLst>
              <p:ext uri="{D42A27DB-BD31-4B8C-83A1-F6EECF244321}">
                <p14:modId xmlns:p14="http://schemas.microsoft.com/office/powerpoint/2010/main" val="79760271"/>
              </p:ext>
            </p:extLst>
          </p:nvPr>
        </p:nvGraphicFramePr>
        <p:xfrm>
          <a:off x="1419411" y="2180940"/>
          <a:ext cx="9795985" cy="4433622"/>
        </p:xfrm>
        <a:graphic>
          <a:graphicData uri="http://schemas.openxmlformats.org/drawingml/2006/table">
            <a:tbl>
              <a:tblPr firstRow="1" bandRow="1">
                <a:tableStyleId>{BC89EF96-8CEA-46FF-86C4-4CE0E7609802}</a:tableStyleId>
              </a:tblPr>
              <a:tblGrid>
                <a:gridCol w="1468530">
                  <a:extLst>
                    <a:ext uri="{9D8B030D-6E8A-4147-A177-3AD203B41FA5}">
                      <a16:colId xmlns:a16="http://schemas.microsoft.com/office/drawing/2014/main" val="3138830577"/>
                    </a:ext>
                  </a:extLst>
                </a:gridCol>
                <a:gridCol w="1944229">
                  <a:extLst>
                    <a:ext uri="{9D8B030D-6E8A-4147-A177-3AD203B41FA5}">
                      <a16:colId xmlns:a16="http://schemas.microsoft.com/office/drawing/2014/main" val="1884393842"/>
                    </a:ext>
                  </a:extLst>
                </a:gridCol>
                <a:gridCol w="1411238">
                  <a:extLst>
                    <a:ext uri="{9D8B030D-6E8A-4147-A177-3AD203B41FA5}">
                      <a16:colId xmlns:a16="http://schemas.microsoft.com/office/drawing/2014/main" val="1941447081"/>
                    </a:ext>
                  </a:extLst>
                </a:gridCol>
                <a:gridCol w="1468530">
                  <a:extLst>
                    <a:ext uri="{9D8B030D-6E8A-4147-A177-3AD203B41FA5}">
                      <a16:colId xmlns:a16="http://schemas.microsoft.com/office/drawing/2014/main" val="1646753378"/>
                    </a:ext>
                  </a:extLst>
                </a:gridCol>
                <a:gridCol w="1646035">
                  <a:extLst>
                    <a:ext uri="{9D8B030D-6E8A-4147-A177-3AD203B41FA5}">
                      <a16:colId xmlns:a16="http://schemas.microsoft.com/office/drawing/2014/main" val="2152502544"/>
                    </a:ext>
                  </a:extLst>
                </a:gridCol>
                <a:gridCol w="1857423">
                  <a:extLst>
                    <a:ext uri="{9D8B030D-6E8A-4147-A177-3AD203B41FA5}">
                      <a16:colId xmlns:a16="http://schemas.microsoft.com/office/drawing/2014/main" val="298113524"/>
                    </a:ext>
                  </a:extLst>
                </a:gridCol>
              </a:tblGrid>
              <a:tr h="476050">
                <a:tc>
                  <a:txBody>
                    <a:bodyPr/>
                    <a:lstStyle/>
                    <a:p>
                      <a:pPr algn="ctr">
                        <a:lnSpc>
                          <a:spcPct val="150000"/>
                        </a:lnSpc>
                      </a:pPr>
                      <a:r>
                        <a:rPr lang="en-US" sz="1400" dirty="0">
                          <a:solidFill>
                            <a:srgbClr val="000000"/>
                          </a:solidFill>
                        </a:rPr>
                        <a:t>No.</a:t>
                      </a:r>
                      <a:endParaRPr lang="en-US" sz="1400" dirty="0">
                        <a:solidFill>
                          <a:srgbClr val="000000"/>
                        </a:solidFill>
                        <a:latin typeface="+mn-lt"/>
                      </a:endParaRPr>
                    </a:p>
                  </a:txBody>
                  <a:tcPr/>
                </a:tc>
                <a:tc>
                  <a:txBody>
                    <a:bodyPr/>
                    <a:lstStyle/>
                    <a:p>
                      <a:pPr algn="l">
                        <a:lnSpc>
                          <a:spcPct val="150000"/>
                        </a:lnSpc>
                        <a:buNone/>
                      </a:pPr>
                      <a:r>
                        <a:rPr lang="en-US" sz="1400" cap="all" dirty="0">
                          <a:solidFill>
                            <a:srgbClr val="000000"/>
                          </a:solidFill>
                          <a:effectLst/>
                        </a:rPr>
                        <a:t>Field Name</a:t>
                      </a:r>
                      <a:endParaRPr lang="en-US" sz="1400" cap="all" dirty="0">
                        <a:solidFill>
                          <a:srgbClr val="000000"/>
                        </a:solidFill>
                        <a:effectLst/>
                        <a:latin typeface="+mn-lt"/>
                      </a:endParaRPr>
                    </a:p>
                  </a:txBody>
                  <a:tcPr marL="106680" marR="106680" marT="106680" marB="106680" anchor="ctr"/>
                </a:tc>
                <a:tc>
                  <a:txBody>
                    <a:bodyPr/>
                    <a:lstStyle/>
                    <a:p>
                      <a:pPr algn="l">
                        <a:lnSpc>
                          <a:spcPct val="150000"/>
                        </a:lnSpc>
                        <a:buNone/>
                      </a:pPr>
                      <a:r>
                        <a:rPr lang="en-US" sz="1400" cap="all" dirty="0">
                          <a:solidFill>
                            <a:srgbClr val="000000"/>
                          </a:solidFill>
                          <a:effectLst/>
                        </a:rPr>
                        <a:t>Data Type</a:t>
                      </a:r>
                      <a:endParaRPr lang="en-US" sz="1400" cap="all" dirty="0">
                        <a:solidFill>
                          <a:srgbClr val="000000"/>
                        </a:solidFill>
                        <a:effectLst/>
                        <a:latin typeface="+mn-lt"/>
                      </a:endParaRPr>
                    </a:p>
                  </a:txBody>
                  <a:tcPr marL="106680" marR="106680" marT="106680" marB="106680" anchor="ctr"/>
                </a:tc>
                <a:tc>
                  <a:txBody>
                    <a:bodyPr/>
                    <a:lstStyle/>
                    <a:p>
                      <a:pPr algn="l">
                        <a:lnSpc>
                          <a:spcPct val="150000"/>
                        </a:lnSpc>
                        <a:buNone/>
                      </a:pPr>
                      <a:r>
                        <a:rPr lang="en-US" sz="1400" cap="all" dirty="0">
                          <a:solidFill>
                            <a:srgbClr val="000000"/>
                          </a:solidFill>
                          <a:effectLst/>
                        </a:rPr>
                        <a:t>Size</a:t>
                      </a:r>
                      <a:endParaRPr lang="en-US" sz="1400" cap="all" dirty="0">
                        <a:solidFill>
                          <a:srgbClr val="000000"/>
                        </a:solidFill>
                        <a:effectLst/>
                        <a:latin typeface="+mn-lt"/>
                      </a:endParaRPr>
                    </a:p>
                  </a:txBody>
                  <a:tcPr marL="106680" marR="106680" marT="106680" marB="106680" anchor="ctr"/>
                </a:tc>
                <a:tc>
                  <a:txBody>
                    <a:bodyPr/>
                    <a:lstStyle/>
                    <a:p>
                      <a:pPr algn="l">
                        <a:lnSpc>
                          <a:spcPct val="150000"/>
                        </a:lnSpc>
                        <a:buNone/>
                      </a:pPr>
                      <a:r>
                        <a:rPr lang="en-US" sz="1400" cap="all" dirty="0">
                          <a:solidFill>
                            <a:srgbClr val="000000"/>
                          </a:solidFill>
                          <a:effectLst/>
                        </a:rPr>
                        <a:t>Constrain</a:t>
                      </a:r>
                      <a:endParaRPr lang="en-US" sz="1400" cap="all" dirty="0">
                        <a:solidFill>
                          <a:srgbClr val="000000"/>
                        </a:solidFill>
                        <a:effectLst/>
                        <a:latin typeface="+mn-lt"/>
                      </a:endParaRPr>
                    </a:p>
                  </a:txBody>
                  <a:tcPr marL="106680" marR="106680" marT="106680" marB="106680" anchor="ctr"/>
                </a:tc>
                <a:tc>
                  <a:txBody>
                    <a:bodyPr/>
                    <a:lstStyle/>
                    <a:p>
                      <a:pPr algn="l">
                        <a:lnSpc>
                          <a:spcPct val="150000"/>
                        </a:lnSpc>
                        <a:buNone/>
                      </a:pPr>
                      <a:r>
                        <a:rPr lang="en-US" sz="1400" cap="all" dirty="0">
                          <a:solidFill>
                            <a:srgbClr val="000000"/>
                          </a:solidFill>
                          <a:effectLst/>
                        </a:rPr>
                        <a:t>Description</a:t>
                      </a:r>
                      <a:endParaRPr lang="en-US" sz="1400" cap="all" dirty="0">
                        <a:solidFill>
                          <a:srgbClr val="000000"/>
                        </a:solidFill>
                        <a:effectLst/>
                        <a:latin typeface="+mn-lt"/>
                      </a:endParaRPr>
                    </a:p>
                  </a:txBody>
                  <a:tcPr marL="106680" marR="106680" marT="106680" marB="106680" anchor="ctr"/>
                </a:tc>
                <a:extLst>
                  <a:ext uri="{0D108BD9-81ED-4DB2-BD59-A6C34878D82A}">
                    <a16:rowId xmlns:a16="http://schemas.microsoft.com/office/drawing/2014/main" val="1784366061"/>
                  </a:ext>
                </a:extLst>
              </a:tr>
              <a:tr h="622867">
                <a:tc>
                  <a:txBody>
                    <a:bodyPr/>
                    <a:lstStyle/>
                    <a:p>
                      <a:pPr algn="ctr">
                        <a:lnSpc>
                          <a:spcPct val="150000"/>
                        </a:lnSpc>
                      </a:pPr>
                      <a:r>
                        <a:rPr lang="en-US" sz="1400" dirty="0"/>
                        <a:t>1.</a:t>
                      </a:r>
                      <a:endParaRPr lang="en-US" sz="1400" dirty="0">
                        <a:latin typeface="+mn-lt"/>
                      </a:endParaRPr>
                    </a:p>
                  </a:txBody>
                  <a:tcPr/>
                </a:tc>
                <a:tc>
                  <a:txBody>
                    <a:bodyPr/>
                    <a:lstStyle/>
                    <a:p>
                      <a:pPr>
                        <a:lnSpc>
                          <a:spcPct val="150000"/>
                        </a:lnSpc>
                        <a:buNone/>
                      </a:pPr>
                      <a:r>
                        <a:rPr lang="en-US" sz="1400" b="1" dirty="0">
                          <a:solidFill>
                            <a:schemeClr val="tx1"/>
                          </a:solidFill>
                          <a:effectLst/>
                        </a:rPr>
                        <a:t>Id</a:t>
                      </a:r>
                      <a:endParaRPr lang="en-US" sz="1400" b="1" dirty="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BigInt</a:t>
                      </a:r>
                      <a:endParaRPr lang="en-US" sz="140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20</a:t>
                      </a:r>
                      <a:endParaRPr lang="en-US" sz="140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Primary Key, AI</a:t>
                      </a:r>
                      <a:endParaRPr lang="en-US" sz="1400">
                        <a:solidFill>
                          <a:schemeClr val="tx1"/>
                        </a:solidFill>
                        <a:effectLst/>
                        <a:latin typeface="+mn-lt"/>
                      </a:endParaRPr>
                    </a:p>
                  </a:txBody>
                  <a:tcPr marT="91440" marB="91440" anchor="ctr"/>
                </a:tc>
                <a:tc>
                  <a:txBody>
                    <a:bodyPr/>
                    <a:lstStyle/>
                    <a:p>
                      <a:pPr>
                        <a:lnSpc>
                          <a:spcPct val="150000"/>
                        </a:lnSpc>
                        <a:buNone/>
                      </a:pPr>
                      <a:r>
                        <a:rPr lang="en-US" sz="1400" dirty="0">
                          <a:solidFill>
                            <a:schemeClr val="tx1"/>
                          </a:solidFill>
                          <a:effectLst/>
                        </a:rPr>
                        <a:t>Unique user identifier</a:t>
                      </a:r>
                      <a:endParaRPr lang="en-US" sz="1400" dirty="0">
                        <a:solidFill>
                          <a:schemeClr val="tx1"/>
                        </a:solidFill>
                        <a:effectLst/>
                        <a:latin typeface="+mn-lt"/>
                      </a:endParaRPr>
                    </a:p>
                  </a:txBody>
                  <a:tcPr marT="91440" marB="91440" anchor="ctr"/>
                </a:tc>
                <a:extLst>
                  <a:ext uri="{0D108BD9-81ED-4DB2-BD59-A6C34878D82A}">
                    <a16:rowId xmlns:a16="http://schemas.microsoft.com/office/drawing/2014/main" val="1913191304"/>
                  </a:ext>
                </a:extLst>
              </a:tr>
              <a:tr h="476050">
                <a:tc>
                  <a:txBody>
                    <a:bodyPr/>
                    <a:lstStyle/>
                    <a:p>
                      <a:pPr algn="ctr">
                        <a:lnSpc>
                          <a:spcPct val="150000"/>
                        </a:lnSpc>
                        <a:buNone/>
                      </a:pPr>
                      <a:r>
                        <a:rPr lang="en-US" sz="1400" dirty="0">
                          <a:effectLst/>
                        </a:rPr>
                        <a:t>2.</a:t>
                      </a:r>
                      <a:endParaRPr lang="en-US" sz="1400" dirty="0">
                        <a:effectLst/>
                        <a:latin typeface="+mn-lt"/>
                      </a:endParaRPr>
                    </a:p>
                  </a:txBody>
                  <a:tcPr marT="91440" marB="91440" anchor="ctr"/>
                </a:tc>
                <a:tc>
                  <a:txBody>
                    <a:bodyPr/>
                    <a:lstStyle/>
                    <a:p>
                      <a:pPr>
                        <a:lnSpc>
                          <a:spcPct val="150000"/>
                        </a:lnSpc>
                        <a:buNone/>
                      </a:pPr>
                      <a:r>
                        <a:rPr lang="en-US" sz="1400" b="1" dirty="0">
                          <a:solidFill>
                            <a:schemeClr val="tx1"/>
                          </a:solidFill>
                          <a:effectLst/>
                        </a:rPr>
                        <a:t>name</a:t>
                      </a:r>
                      <a:endParaRPr lang="en-US" sz="1400" b="1" dirty="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Varchar</a:t>
                      </a:r>
                      <a:endParaRPr lang="en-US" sz="140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255</a:t>
                      </a:r>
                      <a:endParaRPr lang="en-US" sz="1400">
                        <a:solidFill>
                          <a:schemeClr val="tx1"/>
                        </a:solidFill>
                        <a:effectLst/>
                        <a:latin typeface="+mn-lt"/>
                      </a:endParaRPr>
                    </a:p>
                  </a:txBody>
                  <a:tcPr marT="91440" marB="91440" anchor="ctr"/>
                </a:tc>
                <a:tc>
                  <a:txBody>
                    <a:bodyPr/>
                    <a:lstStyle/>
                    <a:p>
                      <a:pPr>
                        <a:lnSpc>
                          <a:spcPct val="150000"/>
                        </a:lnSpc>
                        <a:buNone/>
                      </a:pPr>
                      <a:r>
                        <a:rPr lang="en-US" sz="1400" dirty="0">
                          <a:solidFill>
                            <a:schemeClr val="tx1"/>
                          </a:solidFill>
                          <a:effectLst/>
                        </a:rPr>
                        <a:t>Not Null</a:t>
                      </a:r>
                      <a:endParaRPr lang="en-US" sz="1400" dirty="0">
                        <a:solidFill>
                          <a:schemeClr val="tx1"/>
                        </a:solidFill>
                        <a:effectLst/>
                        <a:latin typeface="+mn-lt"/>
                      </a:endParaRPr>
                    </a:p>
                  </a:txBody>
                  <a:tcPr marT="91440" marB="91440" anchor="ctr"/>
                </a:tc>
                <a:tc>
                  <a:txBody>
                    <a:bodyPr/>
                    <a:lstStyle/>
                    <a:p>
                      <a:pPr>
                        <a:lnSpc>
                          <a:spcPct val="150000"/>
                        </a:lnSpc>
                        <a:buNone/>
                      </a:pPr>
                      <a:r>
                        <a:rPr lang="en-US" sz="1400" dirty="0">
                          <a:solidFill>
                            <a:schemeClr val="tx1"/>
                          </a:solidFill>
                          <a:effectLst/>
                        </a:rPr>
                        <a:t>User's full name</a:t>
                      </a:r>
                      <a:endParaRPr lang="en-US" sz="1400" dirty="0">
                        <a:solidFill>
                          <a:schemeClr val="tx1"/>
                        </a:solidFill>
                        <a:effectLst/>
                        <a:latin typeface="+mn-lt"/>
                      </a:endParaRPr>
                    </a:p>
                  </a:txBody>
                  <a:tcPr marT="91440" marB="91440" anchor="ctr"/>
                </a:tc>
                <a:extLst>
                  <a:ext uri="{0D108BD9-81ED-4DB2-BD59-A6C34878D82A}">
                    <a16:rowId xmlns:a16="http://schemas.microsoft.com/office/drawing/2014/main" val="525501540"/>
                  </a:ext>
                </a:extLst>
              </a:tr>
              <a:tr h="622867">
                <a:tc>
                  <a:txBody>
                    <a:bodyPr/>
                    <a:lstStyle/>
                    <a:p>
                      <a:pPr algn="ctr">
                        <a:lnSpc>
                          <a:spcPct val="150000"/>
                        </a:lnSpc>
                        <a:buNone/>
                      </a:pPr>
                      <a:r>
                        <a:rPr lang="en-US" sz="1400" dirty="0">
                          <a:effectLst/>
                        </a:rPr>
                        <a:t>3.</a:t>
                      </a:r>
                      <a:endParaRPr lang="en-US" sz="1400" dirty="0">
                        <a:effectLst/>
                        <a:latin typeface="+mn-lt"/>
                      </a:endParaRPr>
                    </a:p>
                  </a:txBody>
                  <a:tcPr marT="91440" marB="91440" anchor="ctr"/>
                </a:tc>
                <a:tc>
                  <a:txBody>
                    <a:bodyPr/>
                    <a:lstStyle/>
                    <a:p>
                      <a:pPr>
                        <a:lnSpc>
                          <a:spcPct val="150000"/>
                        </a:lnSpc>
                        <a:buNone/>
                      </a:pPr>
                      <a:r>
                        <a:rPr lang="en-US" sz="1400" b="1" dirty="0">
                          <a:solidFill>
                            <a:schemeClr val="tx1"/>
                          </a:solidFill>
                          <a:effectLst/>
                        </a:rPr>
                        <a:t>email</a:t>
                      </a:r>
                      <a:endParaRPr lang="en-US" sz="1400" b="1" dirty="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Varchar</a:t>
                      </a:r>
                      <a:endParaRPr lang="en-US" sz="140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191</a:t>
                      </a:r>
                      <a:endParaRPr lang="en-US" sz="140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Unique, Not Null</a:t>
                      </a:r>
                      <a:endParaRPr lang="en-US" sz="1400">
                        <a:solidFill>
                          <a:schemeClr val="tx1"/>
                        </a:solidFill>
                        <a:effectLst/>
                        <a:latin typeface="+mn-lt"/>
                      </a:endParaRPr>
                    </a:p>
                  </a:txBody>
                  <a:tcPr marT="91440" marB="91440" anchor="ctr"/>
                </a:tc>
                <a:tc>
                  <a:txBody>
                    <a:bodyPr/>
                    <a:lstStyle/>
                    <a:p>
                      <a:pPr>
                        <a:lnSpc>
                          <a:spcPct val="150000"/>
                        </a:lnSpc>
                        <a:buNone/>
                      </a:pPr>
                      <a:r>
                        <a:rPr lang="en-US" sz="1400" dirty="0">
                          <a:solidFill>
                            <a:schemeClr val="tx1"/>
                          </a:solidFill>
                          <a:effectLst/>
                        </a:rPr>
                        <a:t>Email address for login</a:t>
                      </a:r>
                      <a:endParaRPr lang="en-US" sz="1400" dirty="0">
                        <a:solidFill>
                          <a:schemeClr val="tx1"/>
                        </a:solidFill>
                        <a:effectLst/>
                        <a:latin typeface="+mn-lt"/>
                      </a:endParaRPr>
                    </a:p>
                  </a:txBody>
                  <a:tcPr marT="91440" marB="91440" anchor="ctr"/>
                </a:tc>
                <a:extLst>
                  <a:ext uri="{0D108BD9-81ED-4DB2-BD59-A6C34878D82A}">
                    <a16:rowId xmlns:a16="http://schemas.microsoft.com/office/drawing/2014/main" val="2080477458"/>
                  </a:ext>
                </a:extLst>
              </a:tr>
              <a:tr h="622867">
                <a:tc>
                  <a:txBody>
                    <a:bodyPr/>
                    <a:lstStyle/>
                    <a:p>
                      <a:pPr algn="ctr">
                        <a:lnSpc>
                          <a:spcPct val="150000"/>
                        </a:lnSpc>
                        <a:buNone/>
                      </a:pPr>
                      <a:r>
                        <a:rPr lang="en-US" sz="1400" dirty="0">
                          <a:effectLst/>
                        </a:rPr>
                        <a:t>4.</a:t>
                      </a:r>
                      <a:endParaRPr lang="en-US" sz="1400" dirty="0">
                        <a:effectLst/>
                        <a:latin typeface="+mn-lt"/>
                      </a:endParaRPr>
                    </a:p>
                  </a:txBody>
                  <a:tcPr marT="91440" marB="91440" anchor="ctr"/>
                </a:tc>
                <a:tc>
                  <a:txBody>
                    <a:bodyPr/>
                    <a:lstStyle/>
                    <a:p>
                      <a:pPr>
                        <a:lnSpc>
                          <a:spcPct val="150000"/>
                        </a:lnSpc>
                        <a:buNone/>
                      </a:pPr>
                      <a:r>
                        <a:rPr lang="en-US" sz="1400" b="1" dirty="0">
                          <a:solidFill>
                            <a:schemeClr val="tx1"/>
                          </a:solidFill>
                          <a:effectLst/>
                        </a:rPr>
                        <a:t>password</a:t>
                      </a:r>
                      <a:endParaRPr lang="en-US" sz="1400" b="1" dirty="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Varchar</a:t>
                      </a:r>
                      <a:endParaRPr lang="en-US" sz="140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255</a:t>
                      </a:r>
                      <a:endParaRPr lang="en-US" sz="140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Not Null</a:t>
                      </a:r>
                      <a:endParaRPr lang="en-US" sz="140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Bcrypt hashed password</a:t>
                      </a:r>
                      <a:endParaRPr lang="en-US" sz="1400">
                        <a:solidFill>
                          <a:schemeClr val="tx1"/>
                        </a:solidFill>
                        <a:effectLst/>
                        <a:latin typeface="+mn-lt"/>
                      </a:endParaRPr>
                    </a:p>
                  </a:txBody>
                  <a:tcPr marT="91440" marB="91440" anchor="ctr"/>
                </a:tc>
                <a:extLst>
                  <a:ext uri="{0D108BD9-81ED-4DB2-BD59-A6C34878D82A}">
                    <a16:rowId xmlns:a16="http://schemas.microsoft.com/office/drawing/2014/main" val="808685329"/>
                  </a:ext>
                </a:extLst>
              </a:tr>
              <a:tr h="215642">
                <a:tc>
                  <a:txBody>
                    <a:bodyPr/>
                    <a:lstStyle/>
                    <a:p>
                      <a:pPr algn="ctr">
                        <a:lnSpc>
                          <a:spcPct val="150000"/>
                        </a:lnSpc>
                        <a:buNone/>
                      </a:pPr>
                      <a:r>
                        <a:rPr lang="en-US" sz="1400" dirty="0">
                          <a:effectLst/>
                        </a:rPr>
                        <a:t>5.</a:t>
                      </a:r>
                      <a:endParaRPr lang="en-US" sz="1400" dirty="0">
                        <a:effectLst/>
                        <a:latin typeface="+mn-lt"/>
                      </a:endParaRPr>
                    </a:p>
                  </a:txBody>
                  <a:tcPr marT="91440" marB="91440" anchor="ctr"/>
                </a:tc>
                <a:tc>
                  <a:txBody>
                    <a:bodyPr/>
                    <a:lstStyle/>
                    <a:p>
                      <a:pPr>
                        <a:lnSpc>
                          <a:spcPct val="150000"/>
                        </a:lnSpc>
                        <a:buNone/>
                      </a:pPr>
                      <a:r>
                        <a:rPr lang="en-US" sz="1400" b="1" dirty="0">
                          <a:solidFill>
                            <a:schemeClr val="tx1"/>
                          </a:solidFill>
                          <a:effectLst/>
                        </a:rPr>
                        <a:t>status</a:t>
                      </a:r>
                      <a:endParaRPr lang="en-US" sz="1400" b="1" dirty="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Enum</a:t>
                      </a:r>
                      <a:endParaRPr lang="en-US" sz="140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a:t>
                      </a:r>
                      <a:endParaRPr lang="en-US" sz="140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'active','blocked'</a:t>
                      </a:r>
                      <a:endParaRPr lang="en-US" sz="1400">
                        <a:solidFill>
                          <a:schemeClr val="tx1"/>
                        </a:solidFill>
                        <a:effectLst/>
                        <a:latin typeface="+mn-lt"/>
                      </a:endParaRPr>
                    </a:p>
                  </a:txBody>
                  <a:tcPr marT="91440" marB="91440" anchor="ctr"/>
                </a:tc>
                <a:tc>
                  <a:txBody>
                    <a:bodyPr/>
                    <a:lstStyle/>
                    <a:p>
                      <a:pPr>
                        <a:lnSpc>
                          <a:spcPct val="150000"/>
                        </a:lnSpc>
                        <a:buNone/>
                      </a:pPr>
                      <a:r>
                        <a:rPr lang="en-US" sz="1400">
                          <a:solidFill>
                            <a:schemeClr val="tx1"/>
                          </a:solidFill>
                          <a:effectLst/>
                        </a:rPr>
                        <a:t>Account status</a:t>
                      </a:r>
                      <a:endParaRPr lang="en-US" sz="1400">
                        <a:solidFill>
                          <a:schemeClr val="tx1"/>
                        </a:solidFill>
                        <a:effectLst/>
                        <a:latin typeface="+mn-lt"/>
                      </a:endParaRPr>
                    </a:p>
                  </a:txBody>
                  <a:tcPr marT="91440" marB="91440" anchor="ctr"/>
                </a:tc>
                <a:extLst>
                  <a:ext uri="{0D108BD9-81ED-4DB2-BD59-A6C34878D82A}">
                    <a16:rowId xmlns:a16="http://schemas.microsoft.com/office/drawing/2014/main" val="2367210734"/>
                  </a:ext>
                </a:extLst>
              </a:tr>
              <a:tr h="622867">
                <a:tc>
                  <a:txBody>
                    <a:bodyPr/>
                    <a:lstStyle/>
                    <a:p>
                      <a:pPr algn="ctr">
                        <a:lnSpc>
                          <a:spcPct val="150000"/>
                        </a:lnSpc>
                        <a:buNone/>
                      </a:pPr>
                      <a:r>
                        <a:rPr lang="en-US" sz="1400" dirty="0">
                          <a:effectLst/>
                        </a:rPr>
                        <a:t>6.</a:t>
                      </a:r>
                      <a:endParaRPr lang="en-US" sz="1400" dirty="0">
                        <a:effectLst/>
                        <a:latin typeface="+mn-lt"/>
                      </a:endParaRPr>
                    </a:p>
                  </a:txBody>
                  <a:tcPr marT="91440" marB="91440" anchor="ctr"/>
                </a:tc>
                <a:tc>
                  <a:txBody>
                    <a:bodyPr/>
                    <a:lstStyle/>
                    <a:p>
                      <a:pPr>
                        <a:lnSpc>
                          <a:spcPct val="150000"/>
                        </a:lnSpc>
                        <a:buNone/>
                      </a:pPr>
                      <a:r>
                        <a:rPr lang="en-US" sz="1400" b="1" dirty="0" err="1">
                          <a:solidFill>
                            <a:schemeClr val="tx1"/>
                          </a:solidFill>
                          <a:effectLst/>
                        </a:rPr>
                        <a:t>registration_time</a:t>
                      </a:r>
                      <a:endParaRPr lang="en-US" sz="1400" b="1" dirty="0">
                        <a:solidFill>
                          <a:schemeClr val="tx1"/>
                        </a:solidFill>
                        <a:effectLst/>
                        <a:latin typeface="+mn-lt"/>
                      </a:endParaRPr>
                    </a:p>
                  </a:txBody>
                  <a:tcPr marT="91440" marB="91440" anchor="ctr"/>
                </a:tc>
                <a:tc>
                  <a:txBody>
                    <a:bodyPr/>
                    <a:lstStyle/>
                    <a:p>
                      <a:pPr>
                        <a:lnSpc>
                          <a:spcPct val="150000"/>
                        </a:lnSpc>
                        <a:buNone/>
                      </a:pPr>
                      <a:r>
                        <a:rPr lang="en-US" sz="1400" dirty="0">
                          <a:solidFill>
                            <a:schemeClr val="tx1"/>
                          </a:solidFill>
                          <a:effectLst/>
                        </a:rPr>
                        <a:t>Timestamp</a:t>
                      </a:r>
                      <a:endParaRPr lang="en-US" sz="1400" dirty="0">
                        <a:solidFill>
                          <a:schemeClr val="tx1"/>
                        </a:solidFill>
                        <a:effectLst/>
                        <a:latin typeface="+mn-lt"/>
                      </a:endParaRPr>
                    </a:p>
                  </a:txBody>
                  <a:tcPr marT="91440" marB="91440" anchor="ctr"/>
                </a:tc>
                <a:tc>
                  <a:txBody>
                    <a:bodyPr/>
                    <a:lstStyle/>
                    <a:p>
                      <a:pPr>
                        <a:lnSpc>
                          <a:spcPct val="150000"/>
                        </a:lnSpc>
                        <a:buNone/>
                      </a:pPr>
                      <a:r>
                        <a:rPr lang="en-US" sz="1400" dirty="0">
                          <a:solidFill>
                            <a:schemeClr val="tx1"/>
                          </a:solidFill>
                          <a:effectLst/>
                        </a:rPr>
                        <a:t>-</a:t>
                      </a:r>
                      <a:endParaRPr lang="en-US" sz="1400" dirty="0">
                        <a:solidFill>
                          <a:schemeClr val="tx1"/>
                        </a:solidFill>
                        <a:effectLst/>
                        <a:latin typeface="+mn-lt"/>
                      </a:endParaRPr>
                    </a:p>
                  </a:txBody>
                  <a:tcPr marT="91440" marB="91440" anchor="ctr"/>
                </a:tc>
                <a:tc>
                  <a:txBody>
                    <a:bodyPr/>
                    <a:lstStyle/>
                    <a:p>
                      <a:pPr>
                        <a:lnSpc>
                          <a:spcPct val="150000"/>
                        </a:lnSpc>
                        <a:buNone/>
                      </a:pPr>
                      <a:r>
                        <a:rPr lang="en-US" sz="1400" dirty="0">
                          <a:solidFill>
                            <a:schemeClr val="tx1"/>
                          </a:solidFill>
                          <a:effectLst/>
                        </a:rPr>
                        <a:t>Nullable</a:t>
                      </a:r>
                      <a:endParaRPr lang="en-US" sz="1400" dirty="0">
                        <a:solidFill>
                          <a:schemeClr val="tx1"/>
                        </a:solidFill>
                        <a:effectLst/>
                        <a:latin typeface="+mn-lt"/>
                      </a:endParaRPr>
                    </a:p>
                  </a:txBody>
                  <a:tcPr marT="91440" marB="91440" anchor="ctr"/>
                </a:tc>
                <a:tc>
                  <a:txBody>
                    <a:bodyPr/>
                    <a:lstStyle/>
                    <a:p>
                      <a:pPr>
                        <a:lnSpc>
                          <a:spcPct val="150000"/>
                        </a:lnSpc>
                        <a:buNone/>
                      </a:pPr>
                      <a:r>
                        <a:rPr lang="en-US" sz="1400" dirty="0">
                          <a:solidFill>
                            <a:schemeClr val="tx1"/>
                          </a:solidFill>
                          <a:effectLst/>
                        </a:rPr>
                        <a:t>Time of user signup</a:t>
                      </a:r>
                      <a:endParaRPr lang="en-US" sz="1400" dirty="0">
                        <a:solidFill>
                          <a:schemeClr val="tx1"/>
                        </a:solidFill>
                        <a:effectLst/>
                        <a:latin typeface="+mn-lt"/>
                      </a:endParaRPr>
                    </a:p>
                  </a:txBody>
                  <a:tcPr marT="91440" marB="91440" anchor="ctr"/>
                </a:tc>
                <a:extLst>
                  <a:ext uri="{0D108BD9-81ED-4DB2-BD59-A6C34878D82A}">
                    <a16:rowId xmlns:a16="http://schemas.microsoft.com/office/drawing/2014/main" val="1847467617"/>
                  </a:ext>
                </a:extLst>
              </a:tr>
            </a:tbl>
          </a:graphicData>
        </a:graphic>
      </p:graphicFrame>
      <p:sp>
        <p:nvSpPr>
          <p:cNvPr id="4" name="TextBox 3">
            <a:extLst>
              <a:ext uri="{FF2B5EF4-FFF2-40B4-BE49-F238E27FC236}">
                <a16:creationId xmlns:a16="http://schemas.microsoft.com/office/drawing/2014/main" id="{E4212CF7-EF68-17B9-3B7B-0ACA8A36AD1B}"/>
              </a:ext>
            </a:extLst>
          </p:cNvPr>
          <p:cNvSpPr txBox="1"/>
          <p:nvPr/>
        </p:nvSpPr>
        <p:spPr>
          <a:xfrm>
            <a:off x="1419411" y="1588750"/>
            <a:ext cx="5835958" cy="307777"/>
          </a:xfrm>
          <a:prstGeom prst="rect">
            <a:avLst/>
          </a:prstGeom>
          <a:noFill/>
        </p:spPr>
        <p:txBody>
          <a:bodyPr wrap="square" rtlCol="0">
            <a:spAutoFit/>
          </a:bodyPr>
          <a:lstStyle/>
          <a:p>
            <a:pPr algn="ctr"/>
            <a:r>
              <a:rPr lang="en-US" sz="1400" dirty="0"/>
              <a:t>It Stores Registration And Authentication Details Of The Customers.</a:t>
            </a:r>
          </a:p>
        </p:txBody>
      </p:sp>
    </p:spTree>
    <p:extLst>
      <p:ext uri="{BB962C8B-B14F-4D97-AF65-F5344CB8AC3E}">
        <p14:creationId xmlns:p14="http://schemas.microsoft.com/office/powerpoint/2010/main" val="4151447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6721B-8245-6C2E-843A-D0CE1F9384C6}"/>
              </a:ext>
            </a:extLst>
          </p:cNvPr>
          <p:cNvSpPr txBox="1">
            <a:spLocks/>
          </p:cNvSpPr>
          <p:nvPr/>
        </p:nvSpPr>
        <p:spPr>
          <a:xfrm>
            <a:off x="1092840" y="1125641"/>
            <a:ext cx="2476459" cy="57236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t>2. categories</a:t>
            </a:r>
            <a:endParaRPr lang="en-US" sz="2000" b="1" dirty="0"/>
          </a:p>
        </p:txBody>
      </p:sp>
      <p:graphicFrame>
        <p:nvGraphicFramePr>
          <p:cNvPr id="3" name="Table 2">
            <a:extLst>
              <a:ext uri="{FF2B5EF4-FFF2-40B4-BE49-F238E27FC236}">
                <a16:creationId xmlns:a16="http://schemas.microsoft.com/office/drawing/2014/main" id="{9FF23589-BA2E-41AF-404B-BE3DF4F8319F}"/>
              </a:ext>
            </a:extLst>
          </p:cNvPr>
          <p:cNvGraphicFramePr>
            <a:graphicFrameLocks noGrp="1"/>
          </p:cNvGraphicFramePr>
          <p:nvPr>
            <p:extLst>
              <p:ext uri="{D42A27DB-BD31-4B8C-83A1-F6EECF244321}">
                <p14:modId xmlns:p14="http://schemas.microsoft.com/office/powerpoint/2010/main" val="1880383469"/>
              </p:ext>
            </p:extLst>
          </p:nvPr>
        </p:nvGraphicFramePr>
        <p:xfrm>
          <a:off x="1092841" y="2587300"/>
          <a:ext cx="9096187" cy="3598896"/>
        </p:xfrm>
        <a:graphic>
          <a:graphicData uri="http://schemas.openxmlformats.org/drawingml/2006/table">
            <a:tbl>
              <a:tblPr firstRow="1" bandRow="1">
                <a:tableStyleId>{BC89EF96-8CEA-46FF-86C4-4CE0E7609802}</a:tableStyleId>
              </a:tblPr>
              <a:tblGrid>
                <a:gridCol w="1363622">
                  <a:extLst>
                    <a:ext uri="{9D8B030D-6E8A-4147-A177-3AD203B41FA5}">
                      <a16:colId xmlns:a16="http://schemas.microsoft.com/office/drawing/2014/main" val="3138830577"/>
                    </a:ext>
                  </a:extLst>
                </a:gridCol>
                <a:gridCol w="1752140">
                  <a:extLst>
                    <a:ext uri="{9D8B030D-6E8A-4147-A177-3AD203B41FA5}">
                      <a16:colId xmlns:a16="http://schemas.microsoft.com/office/drawing/2014/main" val="1884393842"/>
                    </a:ext>
                  </a:extLst>
                </a:gridCol>
                <a:gridCol w="1363622">
                  <a:extLst>
                    <a:ext uri="{9D8B030D-6E8A-4147-A177-3AD203B41FA5}">
                      <a16:colId xmlns:a16="http://schemas.microsoft.com/office/drawing/2014/main" val="1941447081"/>
                    </a:ext>
                  </a:extLst>
                </a:gridCol>
                <a:gridCol w="1363622">
                  <a:extLst>
                    <a:ext uri="{9D8B030D-6E8A-4147-A177-3AD203B41FA5}">
                      <a16:colId xmlns:a16="http://schemas.microsoft.com/office/drawing/2014/main" val="1646753378"/>
                    </a:ext>
                  </a:extLst>
                </a:gridCol>
                <a:gridCol w="1528447">
                  <a:extLst>
                    <a:ext uri="{9D8B030D-6E8A-4147-A177-3AD203B41FA5}">
                      <a16:colId xmlns:a16="http://schemas.microsoft.com/office/drawing/2014/main" val="2152502544"/>
                    </a:ext>
                  </a:extLst>
                </a:gridCol>
                <a:gridCol w="1724734">
                  <a:extLst>
                    <a:ext uri="{9D8B030D-6E8A-4147-A177-3AD203B41FA5}">
                      <a16:colId xmlns:a16="http://schemas.microsoft.com/office/drawing/2014/main" val="298113524"/>
                    </a:ext>
                  </a:extLst>
                </a:gridCol>
              </a:tblGrid>
              <a:tr h="477178">
                <a:tc>
                  <a:txBody>
                    <a:bodyPr/>
                    <a:lstStyle/>
                    <a:p>
                      <a:pPr algn="ctr">
                        <a:lnSpc>
                          <a:spcPct val="150000"/>
                        </a:lnSpc>
                      </a:pPr>
                      <a:r>
                        <a:rPr lang="en-US" sz="1200" dirty="0">
                          <a:solidFill>
                            <a:srgbClr val="000000"/>
                          </a:solidFill>
                        </a:rPr>
                        <a:t>No.</a:t>
                      </a:r>
                    </a:p>
                  </a:txBody>
                  <a:tcPr/>
                </a:tc>
                <a:tc>
                  <a:txBody>
                    <a:bodyPr/>
                    <a:lstStyle/>
                    <a:p>
                      <a:pPr algn="l">
                        <a:buNone/>
                      </a:pPr>
                      <a:r>
                        <a:rPr lang="en-US" sz="1200" cap="all" dirty="0">
                          <a:solidFill>
                            <a:srgbClr val="000000"/>
                          </a:solidFill>
                          <a:effectLst/>
                        </a:rPr>
                        <a:t>Field Name</a:t>
                      </a:r>
                    </a:p>
                  </a:txBody>
                  <a:tcPr marL="106680" marR="106680" marT="106680" marB="106680" anchor="ctr"/>
                </a:tc>
                <a:tc>
                  <a:txBody>
                    <a:bodyPr/>
                    <a:lstStyle/>
                    <a:p>
                      <a:pPr algn="l">
                        <a:buNone/>
                      </a:pPr>
                      <a:r>
                        <a:rPr lang="en-US" sz="1200" cap="all" dirty="0">
                          <a:solidFill>
                            <a:srgbClr val="000000"/>
                          </a:solidFill>
                          <a:effectLst/>
                        </a:rPr>
                        <a:t>Data Type</a:t>
                      </a:r>
                    </a:p>
                  </a:txBody>
                  <a:tcPr marL="106680" marR="106680" marT="106680" marB="106680" anchor="ctr"/>
                </a:tc>
                <a:tc>
                  <a:txBody>
                    <a:bodyPr/>
                    <a:lstStyle/>
                    <a:p>
                      <a:pPr algn="l">
                        <a:buNone/>
                      </a:pPr>
                      <a:r>
                        <a:rPr lang="en-US" sz="1200" cap="all" dirty="0">
                          <a:solidFill>
                            <a:srgbClr val="000000"/>
                          </a:solidFill>
                          <a:effectLst/>
                        </a:rPr>
                        <a:t>Size</a:t>
                      </a:r>
                    </a:p>
                  </a:txBody>
                  <a:tcPr marL="106680" marR="106680" marT="106680" marB="106680" anchor="ctr"/>
                </a:tc>
                <a:tc>
                  <a:txBody>
                    <a:bodyPr/>
                    <a:lstStyle/>
                    <a:p>
                      <a:pPr algn="l">
                        <a:buNone/>
                      </a:pPr>
                      <a:r>
                        <a:rPr lang="en-US" sz="1200" cap="all" dirty="0">
                          <a:solidFill>
                            <a:srgbClr val="000000"/>
                          </a:solidFill>
                          <a:effectLst/>
                        </a:rPr>
                        <a:t>Constrain</a:t>
                      </a:r>
                    </a:p>
                  </a:txBody>
                  <a:tcPr marL="106680" marR="106680" marT="106680" marB="106680" anchor="ctr"/>
                </a:tc>
                <a:tc>
                  <a:txBody>
                    <a:bodyPr/>
                    <a:lstStyle/>
                    <a:p>
                      <a:pPr algn="l">
                        <a:buNone/>
                      </a:pPr>
                      <a:r>
                        <a:rPr lang="en-US" sz="1200" cap="all" dirty="0">
                          <a:solidFill>
                            <a:srgbClr val="000000"/>
                          </a:solidFill>
                          <a:effectLst/>
                        </a:rPr>
                        <a:t>Description</a:t>
                      </a:r>
                    </a:p>
                  </a:txBody>
                  <a:tcPr marL="106680" marR="106680" marT="106680" marB="106680" anchor="ctr"/>
                </a:tc>
                <a:extLst>
                  <a:ext uri="{0D108BD9-81ED-4DB2-BD59-A6C34878D82A}">
                    <a16:rowId xmlns:a16="http://schemas.microsoft.com/office/drawing/2014/main" val="1784366061"/>
                  </a:ext>
                </a:extLst>
              </a:tr>
              <a:tr h="832458">
                <a:tc>
                  <a:txBody>
                    <a:bodyPr/>
                    <a:lstStyle/>
                    <a:p>
                      <a:pPr algn="ctr">
                        <a:buNone/>
                      </a:pPr>
                      <a:r>
                        <a:rPr lang="en-US" dirty="0">
                          <a:effectLst/>
                        </a:rPr>
                        <a:t>1.</a:t>
                      </a:r>
                    </a:p>
                  </a:txBody>
                  <a:tcPr marT="91440" marB="91440" anchor="ctr"/>
                </a:tc>
                <a:tc>
                  <a:txBody>
                    <a:bodyPr/>
                    <a:lstStyle/>
                    <a:p>
                      <a:pPr>
                        <a:buNone/>
                      </a:pPr>
                      <a:r>
                        <a:rPr lang="en-US" b="1" dirty="0">
                          <a:solidFill>
                            <a:schemeClr val="tx1"/>
                          </a:solidFill>
                          <a:effectLst/>
                        </a:rPr>
                        <a:t>id</a:t>
                      </a:r>
                      <a:endParaRPr lang="en-US" b="1" dirty="0">
                        <a:solidFill>
                          <a:schemeClr val="tx1"/>
                        </a:solidFill>
                        <a:effectLst/>
                        <a:latin typeface="+mj-lt"/>
                      </a:endParaRPr>
                    </a:p>
                  </a:txBody>
                  <a:tcPr marT="91440" marB="91440" anchor="ctr"/>
                </a:tc>
                <a:tc>
                  <a:txBody>
                    <a:bodyPr/>
                    <a:lstStyle/>
                    <a:p>
                      <a:pPr>
                        <a:buNone/>
                      </a:pPr>
                      <a:r>
                        <a:rPr lang="en-US">
                          <a:solidFill>
                            <a:schemeClr val="tx1"/>
                          </a:solidFill>
                          <a:effectLst/>
                        </a:rPr>
                        <a:t>BigInt</a:t>
                      </a:r>
                      <a:endParaRPr lang="en-US">
                        <a:solidFill>
                          <a:schemeClr val="tx1"/>
                        </a:solidFill>
                        <a:effectLst/>
                        <a:latin typeface="+mj-lt"/>
                      </a:endParaRPr>
                    </a:p>
                  </a:txBody>
                  <a:tcPr marT="91440" marB="91440" anchor="ctr"/>
                </a:tc>
                <a:tc>
                  <a:txBody>
                    <a:bodyPr/>
                    <a:lstStyle/>
                    <a:p>
                      <a:pPr>
                        <a:buNone/>
                      </a:pPr>
                      <a:r>
                        <a:rPr lang="en-US">
                          <a:solidFill>
                            <a:schemeClr val="tx1"/>
                          </a:solidFill>
                          <a:effectLst/>
                        </a:rPr>
                        <a:t>20</a:t>
                      </a:r>
                      <a:endParaRPr lang="en-US">
                        <a:solidFill>
                          <a:schemeClr val="tx1"/>
                        </a:solidFill>
                        <a:effectLst/>
                        <a:latin typeface="+mj-lt"/>
                      </a:endParaRPr>
                    </a:p>
                  </a:txBody>
                  <a:tcPr marT="91440" marB="91440" anchor="ctr"/>
                </a:tc>
                <a:tc>
                  <a:txBody>
                    <a:bodyPr/>
                    <a:lstStyle/>
                    <a:p>
                      <a:pPr>
                        <a:buNone/>
                      </a:pPr>
                      <a:r>
                        <a:rPr lang="en-US">
                          <a:solidFill>
                            <a:schemeClr val="tx1"/>
                          </a:solidFill>
                          <a:effectLst/>
                        </a:rPr>
                        <a:t>Primary Key, AI</a:t>
                      </a:r>
                      <a:endParaRPr lang="en-US">
                        <a:solidFill>
                          <a:schemeClr val="tx1"/>
                        </a:solidFill>
                        <a:effectLst/>
                        <a:latin typeface="+mj-lt"/>
                      </a:endParaRPr>
                    </a:p>
                  </a:txBody>
                  <a:tcPr marT="91440" marB="91440" anchor="ctr"/>
                </a:tc>
                <a:tc>
                  <a:txBody>
                    <a:bodyPr/>
                    <a:lstStyle/>
                    <a:p>
                      <a:pPr>
                        <a:buNone/>
                      </a:pPr>
                      <a:r>
                        <a:rPr lang="en-US">
                          <a:solidFill>
                            <a:schemeClr val="tx1"/>
                          </a:solidFill>
                          <a:effectLst/>
                        </a:rPr>
                        <a:t>Unique category ID</a:t>
                      </a:r>
                      <a:endParaRPr lang="en-US">
                        <a:solidFill>
                          <a:schemeClr val="tx1"/>
                        </a:solidFill>
                        <a:effectLst/>
                        <a:latin typeface="+mj-lt"/>
                      </a:endParaRPr>
                    </a:p>
                  </a:txBody>
                  <a:tcPr marT="91440" marB="91440" anchor="ctr"/>
                </a:tc>
                <a:extLst>
                  <a:ext uri="{0D108BD9-81ED-4DB2-BD59-A6C34878D82A}">
                    <a16:rowId xmlns:a16="http://schemas.microsoft.com/office/drawing/2014/main" val="1913191304"/>
                  </a:ext>
                </a:extLst>
              </a:tr>
              <a:tr h="1144630">
                <a:tc>
                  <a:txBody>
                    <a:bodyPr/>
                    <a:lstStyle/>
                    <a:p>
                      <a:pPr algn="ctr">
                        <a:buNone/>
                      </a:pPr>
                      <a:r>
                        <a:rPr lang="en-US" dirty="0">
                          <a:effectLst/>
                        </a:rPr>
                        <a:t>2.</a:t>
                      </a:r>
                    </a:p>
                  </a:txBody>
                  <a:tcPr marT="91440" marB="91440" anchor="ctr"/>
                </a:tc>
                <a:tc>
                  <a:txBody>
                    <a:bodyPr/>
                    <a:lstStyle/>
                    <a:p>
                      <a:pPr>
                        <a:buNone/>
                      </a:pPr>
                      <a:r>
                        <a:rPr lang="en-US" b="1" dirty="0">
                          <a:solidFill>
                            <a:schemeClr val="tx1"/>
                          </a:solidFill>
                          <a:effectLst/>
                        </a:rPr>
                        <a:t>name</a:t>
                      </a:r>
                      <a:endParaRPr lang="en-US" b="1" dirty="0">
                        <a:solidFill>
                          <a:schemeClr val="tx1"/>
                        </a:solidFill>
                        <a:effectLst/>
                        <a:latin typeface="+mj-lt"/>
                      </a:endParaRPr>
                    </a:p>
                  </a:txBody>
                  <a:tcPr marT="91440" marB="91440" anchor="ctr"/>
                </a:tc>
                <a:tc>
                  <a:txBody>
                    <a:bodyPr/>
                    <a:lstStyle/>
                    <a:p>
                      <a:pPr>
                        <a:buNone/>
                      </a:pPr>
                      <a:r>
                        <a:rPr lang="en-US">
                          <a:solidFill>
                            <a:schemeClr val="tx1"/>
                          </a:solidFill>
                          <a:effectLst/>
                        </a:rPr>
                        <a:t>Varchar</a:t>
                      </a:r>
                      <a:endParaRPr lang="en-US">
                        <a:solidFill>
                          <a:schemeClr val="tx1"/>
                        </a:solidFill>
                        <a:effectLst/>
                        <a:latin typeface="+mj-lt"/>
                      </a:endParaRPr>
                    </a:p>
                  </a:txBody>
                  <a:tcPr marT="91440" marB="91440" anchor="ctr"/>
                </a:tc>
                <a:tc>
                  <a:txBody>
                    <a:bodyPr/>
                    <a:lstStyle/>
                    <a:p>
                      <a:pPr>
                        <a:buNone/>
                      </a:pPr>
                      <a:r>
                        <a:rPr lang="en-US">
                          <a:solidFill>
                            <a:schemeClr val="tx1"/>
                          </a:solidFill>
                          <a:effectLst/>
                        </a:rPr>
                        <a:t>255</a:t>
                      </a:r>
                      <a:endParaRPr lang="en-US">
                        <a:solidFill>
                          <a:schemeClr val="tx1"/>
                        </a:solidFill>
                        <a:effectLst/>
                        <a:latin typeface="+mj-lt"/>
                      </a:endParaRPr>
                    </a:p>
                  </a:txBody>
                  <a:tcPr marT="91440" marB="91440" anchor="ctr"/>
                </a:tc>
                <a:tc>
                  <a:txBody>
                    <a:bodyPr/>
                    <a:lstStyle/>
                    <a:p>
                      <a:pPr>
                        <a:buNone/>
                      </a:pPr>
                      <a:r>
                        <a:rPr lang="en-US">
                          <a:solidFill>
                            <a:schemeClr val="tx1"/>
                          </a:solidFill>
                          <a:effectLst/>
                        </a:rPr>
                        <a:t>Not Null</a:t>
                      </a:r>
                      <a:endParaRPr lang="en-US">
                        <a:solidFill>
                          <a:schemeClr val="tx1"/>
                        </a:solidFill>
                        <a:effectLst/>
                        <a:latin typeface="+mj-lt"/>
                      </a:endParaRPr>
                    </a:p>
                  </a:txBody>
                  <a:tcPr marT="91440" marB="91440" anchor="ctr"/>
                </a:tc>
                <a:tc>
                  <a:txBody>
                    <a:bodyPr/>
                    <a:lstStyle/>
                    <a:p>
                      <a:pPr>
                        <a:buNone/>
                      </a:pPr>
                      <a:r>
                        <a:rPr lang="en-US">
                          <a:solidFill>
                            <a:schemeClr val="tx1"/>
                          </a:solidFill>
                          <a:effectLst/>
                        </a:rPr>
                        <a:t>Category name (e.g. Pizza)</a:t>
                      </a:r>
                      <a:endParaRPr lang="en-US">
                        <a:solidFill>
                          <a:schemeClr val="tx1"/>
                        </a:solidFill>
                        <a:effectLst/>
                        <a:latin typeface="+mj-lt"/>
                      </a:endParaRPr>
                    </a:p>
                  </a:txBody>
                  <a:tcPr marT="91440" marB="91440" anchor="ctr"/>
                </a:tc>
                <a:extLst>
                  <a:ext uri="{0D108BD9-81ED-4DB2-BD59-A6C34878D82A}">
                    <a16:rowId xmlns:a16="http://schemas.microsoft.com/office/drawing/2014/main" val="525501540"/>
                  </a:ext>
                </a:extLst>
              </a:tr>
              <a:tr h="1144630">
                <a:tc>
                  <a:txBody>
                    <a:bodyPr/>
                    <a:lstStyle/>
                    <a:p>
                      <a:pPr algn="ctr">
                        <a:buNone/>
                      </a:pPr>
                      <a:r>
                        <a:rPr lang="en-US" dirty="0">
                          <a:effectLst/>
                        </a:rPr>
                        <a:t>3.</a:t>
                      </a:r>
                    </a:p>
                  </a:txBody>
                  <a:tcPr marT="91440" marB="91440" anchor="ctr"/>
                </a:tc>
                <a:tc>
                  <a:txBody>
                    <a:bodyPr/>
                    <a:lstStyle/>
                    <a:p>
                      <a:pPr>
                        <a:buNone/>
                      </a:pPr>
                      <a:r>
                        <a:rPr lang="en-US" b="1" dirty="0">
                          <a:solidFill>
                            <a:schemeClr val="tx1"/>
                          </a:solidFill>
                          <a:effectLst/>
                        </a:rPr>
                        <a:t>image</a:t>
                      </a:r>
                      <a:endParaRPr lang="en-US" b="1" dirty="0">
                        <a:solidFill>
                          <a:schemeClr val="tx1"/>
                        </a:solidFill>
                        <a:effectLst/>
                        <a:latin typeface="+mj-lt"/>
                      </a:endParaRPr>
                    </a:p>
                  </a:txBody>
                  <a:tcPr marT="91440" marB="91440" anchor="ctr"/>
                </a:tc>
                <a:tc>
                  <a:txBody>
                    <a:bodyPr/>
                    <a:lstStyle/>
                    <a:p>
                      <a:pPr>
                        <a:buNone/>
                      </a:pPr>
                      <a:r>
                        <a:rPr lang="en-US" dirty="0">
                          <a:solidFill>
                            <a:schemeClr val="tx1"/>
                          </a:solidFill>
                          <a:effectLst/>
                        </a:rPr>
                        <a:t>Varchar</a:t>
                      </a:r>
                      <a:endParaRPr lang="en-US" dirty="0">
                        <a:solidFill>
                          <a:schemeClr val="tx1"/>
                        </a:solidFill>
                        <a:effectLst/>
                        <a:latin typeface="+mj-lt"/>
                      </a:endParaRPr>
                    </a:p>
                  </a:txBody>
                  <a:tcPr marT="91440" marB="91440" anchor="ctr"/>
                </a:tc>
                <a:tc>
                  <a:txBody>
                    <a:bodyPr/>
                    <a:lstStyle/>
                    <a:p>
                      <a:pPr>
                        <a:buNone/>
                      </a:pPr>
                      <a:r>
                        <a:rPr lang="en-US" dirty="0">
                          <a:solidFill>
                            <a:schemeClr val="tx1"/>
                          </a:solidFill>
                          <a:effectLst/>
                        </a:rPr>
                        <a:t>255</a:t>
                      </a:r>
                      <a:endParaRPr lang="en-US" dirty="0">
                        <a:solidFill>
                          <a:schemeClr val="tx1"/>
                        </a:solidFill>
                        <a:effectLst/>
                        <a:latin typeface="+mj-lt"/>
                      </a:endParaRPr>
                    </a:p>
                  </a:txBody>
                  <a:tcPr marT="91440" marB="91440" anchor="ctr"/>
                </a:tc>
                <a:tc>
                  <a:txBody>
                    <a:bodyPr/>
                    <a:lstStyle/>
                    <a:p>
                      <a:pPr>
                        <a:buNone/>
                      </a:pPr>
                      <a:r>
                        <a:rPr lang="en-US" dirty="0">
                          <a:solidFill>
                            <a:schemeClr val="tx1"/>
                          </a:solidFill>
                          <a:effectLst/>
                        </a:rPr>
                        <a:t>Nullable</a:t>
                      </a:r>
                      <a:endParaRPr lang="en-US" dirty="0">
                        <a:solidFill>
                          <a:schemeClr val="tx1"/>
                        </a:solidFill>
                        <a:effectLst/>
                        <a:latin typeface="+mj-lt"/>
                      </a:endParaRPr>
                    </a:p>
                  </a:txBody>
                  <a:tcPr marT="91440" marB="91440" anchor="ctr"/>
                </a:tc>
                <a:tc>
                  <a:txBody>
                    <a:bodyPr/>
                    <a:lstStyle/>
                    <a:p>
                      <a:pPr>
                        <a:buNone/>
                      </a:pPr>
                      <a:r>
                        <a:rPr lang="en-US" dirty="0">
                          <a:solidFill>
                            <a:schemeClr val="tx1"/>
                          </a:solidFill>
                          <a:effectLst/>
                        </a:rPr>
                        <a:t>Path to category icon/image</a:t>
                      </a:r>
                      <a:endParaRPr lang="en-US" dirty="0">
                        <a:solidFill>
                          <a:schemeClr val="tx1"/>
                        </a:solidFill>
                        <a:effectLst/>
                        <a:latin typeface="+mj-lt"/>
                      </a:endParaRPr>
                    </a:p>
                  </a:txBody>
                  <a:tcPr marT="91440" marB="91440" anchor="ctr"/>
                </a:tc>
                <a:extLst>
                  <a:ext uri="{0D108BD9-81ED-4DB2-BD59-A6C34878D82A}">
                    <a16:rowId xmlns:a16="http://schemas.microsoft.com/office/drawing/2014/main" val="2080477458"/>
                  </a:ext>
                </a:extLst>
              </a:tr>
            </a:tbl>
          </a:graphicData>
        </a:graphic>
      </p:graphicFrame>
      <p:sp>
        <p:nvSpPr>
          <p:cNvPr id="4" name="TextBox 3">
            <a:extLst>
              <a:ext uri="{FF2B5EF4-FFF2-40B4-BE49-F238E27FC236}">
                <a16:creationId xmlns:a16="http://schemas.microsoft.com/office/drawing/2014/main" id="{88DAD616-7B0B-FAFB-2D30-9E41DCF56FD0}"/>
              </a:ext>
            </a:extLst>
          </p:cNvPr>
          <p:cNvSpPr txBox="1"/>
          <p:nvPr/>
        </p:nvSpPr>
        <p:spPr>
          <a:xfrm>
            <a:off x="908492" y="1845673"/>
            <a:ext cx="5321615" cy="307777"/>
          </a:xfrm>
          <a:prstGeom prst="rect">
            <a:avLst/>
          </a:prstGeom>
          <a:noFill/>
        </p:spPr>
        <p:txBody>
          <a:bodyPr wrap="square" rtlCol="0">
            <a:spAutoFit/>
          </a:bodyPr>
          <a:lstStyle/>
          <a:p>
            <a:pPr algn="ctr"/>
            <a:r>
              <a:rPr lang="en-US" sz="1400" dirty="0"/>
              <a:t>It stores different food categories for menu classification.</a:t>
            </a:r>
          </a:p>
        </p:txBody>
      </p:sp>
    </p:spTree>
    <p:extLst>
      <p:ext uri="{BB962C8B-B14F-4D97-AF65-F5344CB8AC3E}">
        <p14:creationId xmlns:p14="http://schemas.microsoft.com/office/powerpoint/2010/main" val="4077700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00221-77FA-D390-CC93-7D6A13B19EE8}"/>
              </a:ext>
            </a:extLst>
          </p:cNvPr>
          <p:cNvSpPr txBox="1">
            <a:spLocks/>
          </p:cNvSpPr>
          <p:nvPr/>
        </p:nvSpPr>
        <p:spPr>
          <a:xfrm>
            <a:off x="1279452" y="1028763"/>
            <a:ext cx="2963309" cy="40815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t>3. </a:t>
            </a:r>
            <a:r>
              <a:rPr lang="en-US" sz="2400" b="1" dirty="0" err="1"/>
              <a:t>tables_layout</a:t>
            </a:r>
            <a:endParaRPr lang="en-US" sz="2400" b="1" dirty="0"/>
          </a:p>
        </p:txBody>
      </p:sp>
      <p:graphicFrame>
        <p:nvGraphicFramePr>
          <p:cNvPr id="3" name="Table 2">
            <a:extLst>
              <a:ext uri="{FF2B5EF4-FFF2-40B4-BE49-F238E27FC236}">
                <a16:creationId xmlns:a16="http://schemas.microsoft.com/office/drawing/2014/main" id="{35A3CAE7-D52B-76EB-0ABA-AC8C1532B1F7}"/>
              </a:ext>
            </a:extLst>
          </p:cNvPr>
          <p:cNvGraphicFramePr>
            <a:graphicFrameLocks noGrp="1"/>
          </p:cNvGraphicFramePr>
          <p:nvPr>
            <p:extLst>
              <p:ext uri="{D42A27DB-BD31-4B8C-83A1-F6EECF244321}">
                <p14:modId xmlns:p14="http://schemas.microsoft.com/office/powerpoint/2010/main" val="2696545815"/>
              </p:ext>
            </p:extLst>
          </p:nvPr>
        </p:nvGraphicFramePr>
        <p:xfrm>
          <a:off x="1310554" y="2467573"/>
          <a:ext cx="10038579" cy="3877241"/>
        </p:xfrm>
        <a:graphic>
          <a:graphicData uri="http://schemas.openxmlformats.org/drawingml/2006/table">
            <a:tbl>
              <a:tblPr firstRow="1" bandRow="1">
                <a:tableStyleId>{BC89EF96-8CEA-46FF-86C4-4CE0E7609802}</a:tableStyleId>
              </a:tblPr>
              <a:tblGrid>
                <a:gridCol w="1504897">
                  <a:extLst>
                    <a:ext uri="{9D8B030D-6E8A-4147-A177-3AD203B41FA5}">
                      <a16:colId xmlns:a16="http://schemas.microsoft.com/office/drawing/2014/main" val="3138830577"/>
                    </a:ext>
                  </a:extLst>
                </a:gridCol>
                <a:gridCol w="1933667">
                  <a:extLst>
                    <a:ext uri="{9D8B030D-6E8A-4147-A177-3AD203B41FA5}">
                      <a16:colId xmlns:a16="http://schemas.microsoft.com/office/drawing/2014/main" val="1884393842"/>
                    </a:ext>
                  </a:extLst>
                </a:gridCol>
                <a:gridCol w="1504897">
                  <a:extLst>
                    <a:ext uri="{9D8B030D-6E8A-4147-A177-3AD203B41FA5}">
                      <a16:colId xmlns:a16="http://schemas.microsoft.com/office/drawing/2014/main" val="1941447081"/>
                    </a:ext>
                  </a:extLst>
                </a:gridCol>
                <a:gridCol w="1504897">
                  <a:extLst>
                    <a:ext uri="{9D8B030D-6E8A-4147-A177-3AD203B41FA5}">
                      <a16:colId xmlns:a16="http://schemas.microsoft.com/office/drawing/2014/main" val="1646753378"/>
                    </a:ext>
                  </a:extLst>
                </a:gridCol>
                <a:gridCol w="1686799">
                  <a:extLst>
                    <a:ext uri="{9D8B030D-6E8A-4147-A177-3AD203B41FA5}">
                      <a16:colId xmlns:a16="http://schemas.microsoft.com/office/drawing/2014/main" val="2152502544"/>
                    </a:ext>
                  </a:extLst>
                </a:gridCol>
                <a:gridCol w="1903422">
                  <a:extLst>
                    <a:ext uri="{9D8B030D-6E8A-4147-A177-3AD203B41FA5}">
                      <a16:colId xmlns:a16="http://schemas.microsoft.com/office/drawing/2014/main" val="298113524"/>
                    </a:ext>
                  </a:extLst>
                </a:gridCol>
              </a:tblGrid>
              <a:tr h="497082">
                <a:tc>
                  <a:txBody>
                    <a:bodyPr/>
                    <a:lstStyle/>
                    <a:p>
                      <a:pPr algn="ctr">
                        <a:lnSpc>
                          <a:spcPct val="150000"/>
                        </a:lnSpc>
                      </a:pPr>
                      <a:r>
                        <a:rPr lang="en-US" sz="1400" b="0" dirty="0">
                          <a:solidFill>
                            <a:srgbClr val="000000"/>
                          </a:solidFill>
                        </a:rPr>
                        <a:t>No.</a:t>
                      </a:r>
                    </a:p>
                  </a:txBody>
                  <a:tcPr/>
                </a:tc>
                <a:tc>
                  <a:txBody>
                    <a:bodyPr/>
                    <a:lstStyle/>
                    <a:p>
                      <a:pPr algn="l">
                        <a:buNone/>
                      </a:pPr>
                      <a:r>
                        <a:rPr lang="en-US" sz="1400" b="0" cap="all" dirty="0">
                          <a:solidFill>
                            <a:srgbClr val="000000"/>
                          </a:solidFill>
                          <a:effectLst/>
                        </a:rPr>
                        <a:t>Field Name</a:t>
                      </a:r>
                    </a:p>
                  </a:txBody>
                  <a:tcPr marL="106680" marR="106680" marT="106680" marB="106680" anchor="ctr"/>
                </a:tc>
                <a:tc>
                  <a:txBody>
                    <a:bodyPr/>
                    <a:lstStyle/>
                    <a:p>
                      <a:pPr algn="l">
                        <a:buNone/>
                      </a:pPr>
                      <a:r>
                        <a:rPr lang="en-US" sz="1400" b="0" cap="all" dirty="0">
                          <a:solidFill>
                            <a:srgbClr val="000000"/>
                          </a:solidFill>
                          <a:effectLst/>
                        </a:rPr>
                        <a:t>Data Type</a:t>
                      </a:r>
                    </a:p>
                  </a:txBody>
                  <a:tcPr marL="106680" marR="106680" marT="106680" marB="106680" anchor="ctr"/>
                </a:tc>
                <a:tc>
                  <a:txBody>
                    <a:bodyPr/>
                    <a:lstStyle/>
                    <a:p>
                      <a:pPr algn="l">
                        <a:buNone/>
                      </a:pPr>
                      <a:r>
                        <a:rPr lang="en-US" sz="1400" b="0" cap="all" dirty="0">
                          <a:solidFill>
                            <a:srgbClr val="000000"/>
                          </a:solidFill>
                          <a:effectLst/>
                        </a:rPr>
                        <a:t>Size</a:t>
                      </a:r>
                    </a:p>
                  </a:txBody>
                  <a:tcPr marL="106680" marR="106680" marT="106680" marB="106680" anchor="ctr"/>
                </a:tc>
                <a:tc>
                  <a:txBody>
                    <a:bodyPr/>
                    <a:lstStyle/>
                    <a:p>
                      <a:pPr algn="l">
                        <a:buNone/>
                      </a:pPr>
                      <a:r>
                        <a:rPr lang="en-US" sz="1400" b="0" cap="all" dirty="0">
                          <a:solidFill>
                            <a:srgbClr val="000000"/>
                          </a:solidFill>
                          <a:effectLst/>
                        </a:rPr>
                        <a:t>Constrain</a:t>
                      </a:r>
                    </a:p>
                  </a:txBody>
                  <a:tcPr marL="106680" marR="106680" marT="106680" marB="106680" anchor="ctr"/>
                </a:tc>
                <a:tc>
                  <a:txBody>
                    <a:bodyPr/>
                    <a:lstStyle/>
                    <a:p>
                      <a:pPr algn="l">
                        <a:buNone/>
                      </a:pPr>
                      <a:r>
                        <a:rPr lang="en-US" sz="1400" b="0" cap="all" dirty="0">
                          <a:solidFill>
                            <a:srgbClr val="000000"/>
                          </a:solidFill>
                          <a:effectLst/>
                        </a:rPr>
                        <a:t>Description</a:t>
                      </a:r>
                    </a:p>
                  </a:txBody>
                  <a:tcPr marL="106680" marR="106680" marT="106680" marB="106680" anchor="ctr"/>
                </a:tc>
                <a:extLst>
                  <a:ext uri="{0D108BD9-81ED-4DB2-BD59-A6C34878D82A}">
                    <a16:rowId xmlns:a16="http://schemas.microsoft.com/office/drawing/2014/main" val="1784366061"/>
                  </a:ext>
                </a:extLst>
              </a:tr>
              <a:tr h="463943">
                <a:tc>
                  <a:txBody>
                    <a:bodyPr/>
                    <a:lstStyle/>
                    <a:p>
                      <a:pPr algn="ctr">
                        <a:buNone/>
                      </a:pPr>
                      <a:r>
                        <a:rPr lang="en-US" sz="1400" b="0" dirty="0">
                          <a:solidFill>
                            <a:schemeClr val="tx1"/>
                          </a:solidFill>
                          <a:effectLst/>
                        </a:rPr>
                        <a:t>1.</a:t>
                      </a:r>
                    </a:p>
                  </a:txBody>
                  <a:tcPr marT="91440" marB="91440" anchor="ctr"/>
                </a:tc>
                <a:tc>
                  <a:txBody>
                    <a:bodyPr/>
                    <a:lstStyle/>
                    <a:p>
                      <a:pPr>
                        <a:buNone/>
                      </a:pPr>
                      <a:r>
                        <a:rPr lang="en-US" sz="1400" b="1" dirty="0">
                          <a:solidFill>
                            <a:schemeClr val="tx1"/>
                          </a:solidFill>
                          <a:effectLst/>
                        </a:rPr>
                        <a:t>id</a:t>
                      </a:r>
                      <a:endParaRPr lang="en-US" sz="1400" b="1" dirty="0">
                        <a:solidFill>
                          <a:schemeClr val="tx1"/>
                        </a:solidFill>
                        <a:effectLst/>
                        <a:latin typeface="+mj-lt"/>
                      </a:endParaRPr>
                    </a:p>
                  </a:txBody>
                  <a:tcPr marT="91440" marB="91440" anchor="ctr"/>
                </a:tc>
                <a:tc>
                  <a:txBody>
                    <a:bodyPr/>
                    <a:lstStyle/>
                    <a:p>
                      <a:pPr>
                        <a:buNone/>
                      </a:pPr>
                      <a:r>
                        <a:rPr lang="en-US" sz="1400" b="0">
                          <a:solidFill>
                            <a:schemeClr val="tx1"/>
                          </a:solidFill>
                          <a:effectLst/>
                        </a:rPr>
                        <a:t>BigInt</a:t>
                      </a:r>
                      <a:endParaRPr lang="en-US" sz="1400" b="0">
                        <a:solidFill>
                          <a:schemeClr val="tx1"/>
                        </a:solidFill>
                        <a:effectLst/>
                        <a:latin typeface="+mj-lt"/>
                      </a:endParaRPr>
                    </a:p>
                  </a:txBody>
                  <a:tcPr marT="91440" marB="91440" anchor="ctr"/>
                </a:tc>
                <a:tc>
                  <a:txBody>
                    <a:bodyPr/>
                    <a:lstStyle/>
                    <a:p>
                      <a:pPr>
                        <a:buNone/>
                      </a:pPr>
                      <a:r>
                        <a:rPr lang="en-US" sz="1400" b="0">
                          <a:solidFill>
                            <a:schemeClr val="tx1"/>
                          </a:solidFill>
                          <a:effectLst/>
                        </a:rPr>
                        <a:t>20</a:t>
                      </a:r>
                      <a:endParaRPr lang="en-US" sz="1400" b="0">
                        <a:solidFill>
                          <a:schemeClr val="tx1"/>
                        </a:solidFill>
                        <a:effectLst/>
                        <a:latin typeface="+mj-lt"/>
                      </a:endParaRPr>
                    </a:p>
                  </a:txBody>
                  <a:tcPr marT="91440" marB="91440" anchor="ctr"/>
                </a:tc>
                <a:tc>
                  <a:txBody>
                    <a:bodyPr/>
                    <a:lstStyle/>
                    <a:p>
                      <a:pPr>
                        <a:buNone/>
                      </a:pPr>
                      <a:r>
                        <a:rPr lang="en-US" sz="1400" b="0">
                          <a:solidFill>
                            <a:schemeClr val="tx1"/>
                          </a:solidFill>
                          <a:effectLst/>
                        </a:rPr>
                        <a:t>Primary Key, AI</a:t>
                      </a:r>
                      <a:endParaRPr lang="en-US" sz="1400" b="0">
                        <a:solidFill>
                          <a:schemeClr val="tx1"/>
                        </a:solidFill>
                        <a:effectLst/>
                        <a:latin typeface="+mj-lt"/>
                      </a:endParaRPr>
                    </a:p>
                  </a:txBody>
                  <a:tcPr marT="91440" marB="91440" anchor="ctr"/>
                </a:tc>
                <a:tc>
                  <a:txBody>
                    <a:bodyPr/>
                    <a:lstStyle/>
                    <a:p>
                      <a:pPr>
                        <a:buNone/>
                      </a:pPr>
                      <a:r>
                        <a:rPr lang="en-US" sz="1400" b="0">
                          <a:solidFill>
                            <a:schemeClr val="tx1"/>
                          </a:solidFill>
                          <a:effectLst/>
                        </a:rPr>
                        <a:t>Unique table ID</a:t>
                      </a:r>
                      <a:endParaRPr lang="en-US" sz="1400" b="0">
                        <a:solidFill>
                          <a:schemeClr val="tx1"/>
                        </a:solidFill>
                        <a:effectLst/>
                        <a:latin typeface="+mj-lt"/>
                      </a:endParaRPr>
                    </a:p>
                  </a:txBody>
                  <a:tcPr marT="91440" marB="91440" anchor="ctr"/>
                </a:tc>
                <a:extLst>
                  <a:ext uri="{0D108BD9-81ED-4DB2-BD59-A6C34878D82A}">
                    <a16:rowId xmlns:a16="http://schemas.microsoft.com/office/drawing/2014/main" val="1913191304"/>
                  </a:ext>
                </a:extLst>
              </a:tr>
              <a:tr h="729054">
                <a:tc>
                  <a:txBody>
                    <a:bodyPr/>
                    <a:lstStyle/>
                    <a:p>
                      <a:pPr algn="ctr">
                        <a:buNone/>
                      </a:pPr>
                      <a:r>
                        <a:rPr lang="en-US" sz="1400" b="0" dirty="0">
                          <a:solidFill>
                            <a:schemeClr val="tx1"/>
                          </a:solidFill>
                          <a:effectLst/>
                        </a:rPr>
                        <a:t>2.</a:t>
                      </a:r>
                    </a:p>
                  </a:txBody>
                  <a:tcPr marT="91440" marB="91440" anchor="ctr"/>
                </a:tc>
                <a:tc>
                  <a:txBody>
                    <a:bodyPr/>
                    <a:lstStyle/>
                    <a:p>
                      <a:pPr>
                        <a:buNone/>
                      </a:pPr>
                      <a:r>
                        <a:rPr lang="en-US" sz="1400" b="1" dirty="0" err="1">
                          <a:solidFill>
                            <a:schemeClr val="tx1"/>
                          </a:solidFill>
                          <a:effectLst/>
                        </a:rPr>
                        <a:t>table</a:t>
                      </a:r>
                      <a:r>
                        <a:rPr lang="en-US" sz="1400" b="0" dirty="0" err="1">
                          <a:solidFill>
                            <a:schemeClr val="tx1"/>
                          </a:solidFill>
                          <a:effectLst/>
                        </a:rPr>
                        <a:t>_</a:t>
                      </a:r>
                      <a:r>
                        <a:rPr lang="en-US" sz="1400" b="1" dirty="0" err="1">
                          <a:solidFill>
                            <a:schemeClr val="tx1"/>
                          </a:solidFill>
                          <a:effectLst/>
                        </a:rPr>
                        <a:t>number</a:t>
                      </a:r>
                      <a:endParaRPr lang="en-US" sz="1400" b="1" dirty="0">
                        <a:solidFill>
                          <a:schemeClr val="tx1"/>
                        </a:solidFill>
                        <a:effectLst/>
                        <a:latin typeface="+mj-lt"/>
                      </a:endParaRPr>
                    </a:p>
                  </a:txBody>
                  <a:tcPr marT="91440" marB="91440" anchor="ctr"/>
                </a:tc>
                <a:tc>
                  <a:txBody>
                    <a:bodyPr/>
                    <a:lstStyle/>
                    <a:p>
                      <a:pPr>
                        <a:buNone/>
                      </a:pPr>
                      <a:r>
                        <a:rPr lang="en-US" sz="1400" b="0">
                          <a:solidFill>
                            <a:schemeClr val="tx1"/>
                          </a:solidFill>
                          <a:effectLst/>
                        </a:rPr>
                        <a:t>Varchar</a:t>
                      </a:r>
                      <a:endParaRPr lang="en-US" sz="1400" b="0">
                        <a:solidFill>
                          <a:schemeClr val="tx1"/>
                        </a:solidFill>
                        <a:effectLst/>
                        <a:latin typeface="+mj-lt"/>
                      </a:endParaRPr>
                    </a:p>
                  </a:txBody>
                  <a:tcPr marT="91440" marB="91440" anchor="ctr"/>
                </a:tc>
                <a:tc>
                  <a:txBody>
                    <a:bodyPr/>
                    <a:lstStyle/>
                    <a:p>
                      <a:pPr>
                        <a:buNone/>
                      </a:pPr>
                      <a:r>
                        <a:rPr lang="en-US" sz="1400" b="0">
                          <a:solidFill>
                            <a:schemeClr val="tx1"/>
                          </a:solidFill>
                          <a:effectLst/>
                        </a:rPr>
                        <a:t>255</a:t>
                      </a:r>
                      <a:endParaRPr lang="en-US" sz="1400" b="0">
                        <a:solidFill>
                          <a:schemeClr val="tx1"/>
                        </a:solidFill>
                        <a:effectLst/>
                        <a:latin typeface="+mj-lt"/>
                      </a:endParaRPr>
                    </a:p>
                  </a:txBody>
                  <a:tcPr marT="91440" marB="91440" anchor="ctr"/>
                </a:tc>
                <a:tc>
                  <a:txBody>
                    <a:bodyPr/>
                    <a:lstStyle/>
                    <a:p>
                      <a:pPr>
                        <a:buNone/>
                      </a:pPr>
                      <a:r>
                        <a:rPr lang="en-US" sz="1400" b="0">
                          <a:solidFill>
                            <a:schemeClr val="tx1"/>
                          </a:solidFill>
                          <a:effectLst/>
                        </a:rPr>
                        <a:t>Unique, Not Null</a:t>
                      </a:r>
                      <a:endParaRPr lang="en-US" sz="1400" b="0">
                        <a:solidFill>
                          <a:schemeClr val="tx1"/>
                        </a:solidFill>
                        <a:effectLst/>
                        <a:latin typeface="+mj-lt"/>
                      </a:endParaRPr>
                    </a:p>
                  </a:txBody>
                  <a:tcPr marT="91440" marB="91440" anchor="ctr"/>
                </a:tc>
                <a:tc>
                  <a:txBody>
                    <a:bodyPr/>
                    <a:lstStyle/>
                    <a:p>
                      <a:pPr>
                        <a:buNone/>
                      </a:pPr>
                      <a:r>
                        <a:rPr lang="en-US" sz="1400" b="0">
                          <a:solidFill>
                            <a:schemeClr val="tx1"/>
                          </a:solidFill>
                          <a:effectLst/>
                        </a:rPr>
                        <a:t>Display number of the table</a:t>
                      </a:r>
                      <a:endParaRPr lang="en-US" sz="1400" b="0">
                        <a:solidFill>
                          <a:schemeClr val="tx1"/>
                        </a:solidFill>
                        <a:effectLst/>
                        <a:latin typeface="+mj-lt"/>
                      </a:endParaRPr>
                    </a:p>
                  </a:txBody>
                  <a:tcPr marT="91440" marB="91440" anchor="ctr"/>
                </a:tc>
                <a:extLst>
                  <a:ext uri="{0D108BD9-81ED-4DB2-BD59-A6C34878D82A}">
                    <a16:rowId xmlns:a16="http://schemas.microsoft.com/office/drawing/2014/main" val="525501540"/>
                  </a:ext>
                </a:extLst>
              </a:tr>
              <a:tr h="729054">
                <a:tc>
                  <a:txBody>
                    <a:bodyPr/>
                    <a:lstStyle/>
                    <a:p>
                      <a:pPr algn="ctr">
                        <a:buNone/>
                      </a:pPr>
                      <a:r>
                        <a:rPr lang="en-US" sz="1400" b="0" dirty="0">
                          <a:solidFill>
                            <a:schemeClr val="tx1"/>
                          </a:solidFill>
                          <a:effectLst/>
                        </a:rPr>
                        <a:t>3.</a:t>
                      </a:r>
                    </a:p>
                  </a:txBody>
                  <a:tcPr marT="91440" marB="91440" anchor="ctr"/>
                </a:tc>
                <a:tc>
                  <a:txBody>
                    <a:bodyPr/>
                    <a:lstStyle/>
                    <a:p>
                      <a:pPr>
                        <a:buNone/>
                      </a:pPr>
                      <a:r>
                        <a:rPr lang="en-US" sz="1400" b="1" dirty="0">
                          <a:solidFill>
                            <a:schemeClr val="tx1"/>
                          </a:solidFill>
                          <a:effectLst/>
                        </a:rPr>
                        <a:t>capacity</a:t>
                      </a:r>
                      <a:endParaRPr lang="en-US" sz="1400" b="1" dirty="0">
                        <a:solidFill>
                          <a:schemeClr val="tx1"/>
                        </a:solidFill>
                        <a:effectLst/>
                        <a:latin typeface="+mj-lt"/>
                      </a:endParaRPr>
                    </a:p>
                  </a:txBody>
                  <a:tcPr marT="91440" marB="91440" anchor="ctr"/>
                </a:tc>
                <a:tc>
                  <a:txBody>
                    <a:bodyPr/>
                    <a:lstStyle/>
                    <a:p>
                      <a:pPr>
                        <a:buNone/>
                      </a:pPr>
                      <a:r>
                        <a:rPr lang="en-US" sz="1400" b="0">
                          <a:solidFill>
                            <a:schemeClr val="tx1"/>
                          </a:solidFill>
                          <a:effectLst/>
                        </a:rPr>
                        <a:t>Unsigned Int</a:t>
                      </a:r>
                      <a:endParaRPr lang="en-US" sz="1400" b="0">
                        <a:solidFill>
                          <a:schemeClr val="tx1"/>
                        </a:solidFill>
                        <a:effectLst/>
                        <a:latin typeface="+mj-lt"/>
                      </a:endParaRPr>
                    </a:p>
                  </a:txBody>
                  <a:tcPr marT="91440" marB="91440" anchor="ctr"/>
                </a:tc>
                <a:tc>
                  <a:txBody>
                    <a:bodyPr/>
                    <a:lstStyle/>
                    <a:p>
                      <a:pPr>
                        <a:buNone/>
                      </a:pPr>
                      <a:r>
                        <a:rPr lang="en-US" sz="1400" b="0">
                          <a:solidFill>
                            <a:schemeClr val="tx1"/>
                          </a:solidFill>
                          <a:effectLst/>
                        </a:rPr>
                        <a:t>-</a:t>
                      </a:r>
                      <a:endParaRPr lang="en-US" sz="1400" b="0">
                        <a:solidFill>
                          <a:schemeClr val="tx1"/>
                        </a:solidFill>
                        <a:effectLst/>
                        <a:latin typeface="+mj-lt"/>
                      </a:endParaRPr>
                    </a:p>
                  </a:txBody>
                  <a:tcPr marT="91440" marB="91440" anchor="ctr"/>
                </a:tc>
                <a:tc>
                  <a:txBody>
                    <a:bodyPr/>
                    <a:lstStyle/>
                    <a:p>
                      <a:pPr>
                        <a:buNone/>
                      </a:pPr>
                      <a:r>
                        <a:rPr lang="en-US" sz="1400" b="0">
                          <a:solidFill>
                            <a:schemeClr val="tx1"/>
                          </a:solidFill>
                          <a:effectLst/>
                        </a:rPr>
                        <a:t>Not Null</a:t>
                      </a:r>
                      <a:endParaRPr lang="en-US" sz="1400" b="0">
                        <a:solidFill>
                          <a:schemeClr val="tx1"/>
                        </a:solidFill>
                        <a:effectLst/>
                        <a:latin typeface="+mj-lt"/>
                      </a:endParaRPr>
                    </a:p>
                  </a:txBody>
                  <a:tcPr marT="91440" marB="91440" anchor="ctr"/>
                </a:tc>
                <a:tc>
                  <a:txBody>
                    <a:bodyPr/>
                    <a:lstStyle/>
                    <a:p>
                      <a:pPr>
                        <a:buNone/>
                      </a:pPr>
                      <a:r>
                        <a:rPr lang="en-US" sz="1400" b="0">
                          <a:solidFill>
                            <a:schemeClr val="tx1"/>
                          </a:solidFill>
                          <a:effectLst/>
                        </a:rPr>
                        <a:t>Number of seats available</a:t>
                      </a:r>
                      <a:endParaRPr lang="en-US" sz="1400" b="0">
                        <a:solidFill>
                          <a:schemeClr val="tx1"/>
                        </a:solidFill>
                        <a:effectLst/>
                        <a:latin typeface="+mj-lt"/>
                      </a:endParaRPr>
                    </a:p>
                  </a:txBody>
                  <a:tcPr marT="91440" marB="91440" anchor="ctr"/>
                </a:tc>
                <a:extLst>
                  <a:ext uri="{0D108BD9-81ED-4DB2-BD59-A6C34878D82A}">
                    <a16:rowId xmlns:a16="http://schemas.microsoft.com/office/drawing/2014/main" val="2080477458"/>
                  </a:ext>
                </a:extLst>
              </a:tr>
              <a:tr h="729054">
                <a:tc>
                  <a:txBody>
                    <a:bodyPr/>
                    <a:lstStyle/>
                    <a:p>
                      <a:pPr algn="ctr">
                        <a:buNone/>
                      </a:pPr>
                      <a:r>
                        <a:rPr lang="en-US" sz="1400" b="0" dirty="0">
                          <a:solidFill>
                            <a:schemeClr val="tx1"/>
                          </a:solidFill>
                          <a:effectLst/>
                        </a:rPr>
                        <a:t>4.</a:t>
                      </a:r>
                    </a:p>
                  </a:txBody>
                  <a:tcPr marT="91440" marB="91440" anchor="ctr"/>
                </a:tc>
                <a:tc>
                  <a:txBody>
                    <a:bodyPr/>
                    <a:lstStyle/>
                    <a:p>
                      <a:pPr>
                        <a:buNone/>
                      </a:pPr>
                      <a:r>
                        <a:rPr lang="en-US" sz="1400" b="1" dirty="0">
                          <a:solidFill>
                            <a:schemeClr val="tx1"/>
                          </a:solidFill>
                          <a:effectLst/>
                        </a:rPr>
                        <a:t>status</a:t>
                      </a:r>
                      <a:endParaRPr lang="en-US" sz="1400" b="1" dirty="0">
                        <a:solidFill>
                          <a:schemeClr val="tx1"/>
                        </a:solidFill>
                        <a:effectLst/>
                        <a:latin typeface="+mj-lt"/>
                      </a:endParaRPr>
                    </a:p>
                  </a:txBody>
                  <a:tcPr marT="91440" marB="91440" anchor="ctr"/>
                </a:tc>
                <a:tc>
                  <a:txBody>
                    <a:bodyPr/>
                    <a:lstStyle/>
                    <a:p>
                      <a:pPr>
                        <a:buNone/>
                      </a:pPr>
                      <a:r>
                        <a:rPr lang="en-US" sz="1400" b="0">
                          <a:solidFill>
                            <a:schemeClr val="tx1"/>
                          </a:solidFill>
                          <a:effectLst/>
                        </a:rPr>
                        <a:t>Enum</a:t>
                      </a:r>
                      <a:endParaRPr lang="en-US" sz="1400" b="0">
                        <a:solidFill>
                          <a:schemeClr val="tx1"/>
                        </a:solidFill>
                        <a:effectLst/>
                        <a:latin typeface="+mj-lt"/>
                      </a:endParaRPr>
                    </a:p>
                  </a:txBody>
                  <a:tcPr marT="91440" marB="91440" anchor="ctr"/>
                </a:tc>
                <a:tc>
                  <a:txBody>
                    <a:bodyPr/>
                    <a:lstStyle/>
                    <a:p>
                      <a:pPr>
                        <a:buNone/>
                      </a:pPr>
                      <a:r>
                        <a:rPr lang="en-US" sz="1400" b="0">
                          <a:solidFill>
                            <a:schemeClr val="tx1"/>
                          </a:solidFill>
                          <a:effectLst/>
                        </a:rPr>
                        <a:t>-</a:t>
                      </a:r>
                      <a:endParaRPr lang="en-US" sz="1400" b="0">
                        <a:solidFill>
                          <a:schemeClr val="tx1"/>
                        </a:solidFill>
                        <a:effectLst/>
                        <a:latin typeface="+mj-lt"/>
                      </a:endParaRPr>
                    </a:p>
                  </a:txBody>
                  <a:tcPr marT="91440" marB="91440" anchor="ctr"/>
                </a:tc>
                <a:tc>
                  <a:txBody>
                    <a:bodyPr/>
                    <a:lstStyle/>
                    <a:p>
                      <a:pPr>
                        <a:buNone/>
                      </a:pPr>
                      <a:r>
                        <a:rPr lang="en-US" sz="1400" b="0">
                          <a:solidFill>
                            <a:schemeClr val="tx1"/>
                          </a:solidFill>
                          <a:effectLst/>
                        </a:rPr>
                        <a:t>'available','booked'</a:t>
                      </a:r>
                      <a:endParaRPr lang="en-US" sz="1400" b="0">
                        <a:solidFill>
                          <a:schemeClr val="tx1"/>
                        </a:solidFill>
                        <a:effectLst/>
                        <a:latin typeface="+mj-lt"/>
                      </a:endParaRPr>
                    </a:p>
                  </a:txBody>
                  <a:tcPr marT="91440" marB="91440" anchor="ctr"/>
                </a:tc>
                <a:tc>
                  <a:txBody>
                    <a:bodyPr/>
                    <a:lstStyle/>
                    <a:p>
                      <a:pPr>
                        <a:buNone/>
                      </a:pPr>
                      <a:r>
                        <a:rPr lang="en-US" sz="1400" b="0">
                          <a:solidFill>
                            <a:schemeClr val="tx1"/>
                          </a:solidFill>
                          <a:effectLst/>
                        </a:rPr>
                        <a:t>Real-time booking status</a:t>
                      </a:r>
                      <a:endParaRPr lang="en-US" sz="1400" b="0">
                        <a:solidFill>
                          <a:schemeClr val="tx1"/>
                        </a:solidFill>
                        <a:effectLst/>
                        <a:latin typeface="+mj-lt"/>
                      </a:endParaRPr>
                    </a:p>
                  </a:txBody>
                  <a:tcPr marT="91440" marB="91440" anchor="ctr"/>
                </a:tc>
                <a:extLst>
                  <a:ext uri="{0D108BD9-81ED-4DB2-BD59-A6C34878D82A}">
                    <a16:rowId xmlns:a16="http://schemas.microsoft.com/office/drawing/2014/main" val="808685329"/>
                  </a:ext>
                </a:extLst>
              </a:tr>
              <a:tr h="729054">
                <a:tc>
                  <a:txBody>
                    <a:bodyPr/>
                    <a:lstStyle/>
                    <a:p>
                      <a:pPr algn="ctr">
                        <a:buNone/>
                      </a:pPr>
                      <a:r>
                        <a:rPr lang="en-US" sz="1400" b="0" dirty="0">
                          <a:solidFill>
                            <a:schemeClr val="tx1"/>
                          </a:solidFill>
                          <a:effectLst/>
                        </a:rPr>
                        <a:t>5.</a:t>
                      </a:r>
                    </a:p>
                  </a:txBody>
                  <a:tcPr marT="91440" marB="91440" anchor="ctr"/>
                </a:tc>
                <a:tc>
                  <a:txBody>
                    <a:bodyPr/>
                    <a:lstStyle/>
                    <a:p>
                      <a:pPr>
                        <a:buNone/>
                      </a:pPr>
                      <a:r>
                        <a:rPr lang="en-US" sz="1400" b="1" dirty="0" err="1">
                          <a:solidFill>
                            <a:schemeClr val="tx1"/>
                          </a:solidFill>
                          <a:effectLst/>
                        </a:rPr>
                        <a:t>is_active</a:t>
                      </a:r>
                      <a:endParaRPr lang="en-US" sz="1400" b="1" dirty="0">
                        <a:solidFill>
                          <a:schemeClr val="tx1"/>
                        </a:solidFill>
                        <a:effectLst/>
                        <a:latin typeface="+mj-lt"/>
                      </a:endParaRPr>
                    </a:p>
                  </a:txBody>
                  <a:tcPr marT="91440" marB="91440" anchor="ctr"/>
                </a:tc>
                <a:tc>
                  <a:txBody>
                    <a:bodyPr/>
                    <a:lstStyle/>
                    <a:p>
                      <a:pPr>
                        <a:buNone/>
                      </a:pPr>
                      <a:r>
                        <a:rPr lang="en-US" sz="1400" b="0" dirty="0">
                          <a:solidFill>
                            <a:schemeClr val="tx1"/>
                          </a:solidFill>
                          <a:effectLst/>
                        </a:rPr>
                        <a:t>Boolean</a:t>
                      </a:r>
                      <a:endParaRPr lang="en-US" sz="1400" b="0" dirty="0">
                        <a:solidFill>
                          <a:schemeClr val="tx1"/>
                        </a:solidFill>
                        <a:effectLst/>
                        <a:latin typeface="+mj-lt"/>
                      </a:endParaRPr>
                    </a:p>
                  </a:txBody>
                  <a:tcPr marT="91440" marB="91440" anchor="ctr"/>
                </a:tc>
                <a:tc>
                  <a:txBody>
                    <a:bodyPr/>
                    <a:lstStyle/>
                    <a:p>
                      <a:pPr>
                        <a:buNone/>
                      </a:pPr>
                      <a:r>
                        <a:rPr lang="en-US" sz="1400" b="0" dirty="0">
                          <a:solidFill>
                            <a:schemeClr val="tx1"/>
                          </a:solidFill>
                          <a:effectLst/>
                        </a:rPr>
                        <a:t>-</a:t>
                      </a:r>
                      <a:endParaRPr lang="en-US" sz="1400" b="0" dirty="0">
                        <a:solidFill>
                          <a:schemeClr val="tx1"/>
                        </a:solidFill>
                        <a:effectLst/>
                        <a:latin typeface="+mj-lt"/>
                      </a:endParaRPr>
                    </a:p>
                  </a:txBody>
                  <a:tcPr marT="91440" marB="91440" anchor="ctr"/>
                </a:tc>
                <a:tc>
                  <a:txBody>
                    <a:bodyPr/>
                    <a:lstStyle/>
                    <a:p>
                      <a:pPr>
                        <a:buNone/>
                      </a:pPr>
                      <a:r>
                        <a:rPr lang="en-US" sz="1400" b="0" dirty="0">
                          <a:solidFill>
                            <a:schemeClr val="tx1"/>
                          </a:solidFill>
                          <a:effectLst/>
                        </a:rPr>
                        <a:t>Default true</a:t>
                      </a:r>
                      <a:endParaRPr lang="en-US" sz="1400" b="0" dirty="0">
                        <a:solidFill>
                          <a:schemeClr val="tx1"/>
                        </a:solidFill>
                        <a:effectLst/>
                        <a:latin typeface="+mj-lt"/>
                      </a:endParaRPr>
                    </a:p>
                  </a:txBody>
                  <a:tcPr marT="91440" marB="91440" anchor="ctr"/>
                </a:tc>
                <a:tc>
                  <a:txBody>
                    <a:bodyPr/>
                    <a:lstStyle/>
                    <a:p>
                      <a:pPr>
                        <a:buNone/>
                      </a:pPr>
                      <a:r>
                        <a:rPr lang="en-US" sz="1400" b="0" dirty="0">
                          <a:solidFill>
                            <a:schemeClr val="tx1"/>
                          </a:solidFill>
                          <a:effectLst/>
                        </a:rPr>
                        <a:t>Active status in layout</a:t>
                      </a:r>
                      <a:endParaRPr lang="en-US" sz="1400" b="0" dirty="0">
                        <a:solidFill>
                          <a:schemeClr val="tx1"/>
                        </a:solidFill>
                        <a:effectLst/>
                        <a:latin typeface="+mj-lt"/>
                      </a:endParaRPr>
                    </a:p>
                  </a:txBody>
                  <a:tcPr marT="91440" marB="91440" anchor="ctr"/>
                </a:tc>
                <a:extLst>
                  <a:ext uri="{0D108BD9-81ED-4DB2-BD59-A6C34878D82A}">
                    <a16:rowId xmlns:a16="http://schemas.microsoft.com/office/drawing/2014/main" val="2367210734"/>
                  </a:ext>
                </a:extLst>
              </a:tr>
            </a:tbl>
          </a:graphicData>
        </a:graphic>
      </p:graphicFrame>
      <p:sp>
        <p:nvSpPr>
          <p:cNvPr id="4" name="TextBox 3">
            <a:extLst>
              <a:ext uri="{FF2B5EF4-FFF2-40B4-BE49-F238E27FC236}">
                <a16:creationId xmlns:a16="http://schemas.microsoft.com/office/drawing/2014/main" id="{3AB34379-7FC6-DD6C-D293-FAA0661DE96B}"/>
              </a:ext>
            </a:extLst>
          </p:cNvPr>
          <p:cNvSpPr txBox="1"/>
          <p:nvPr/>
        </p:nvSpPr>
        <p:spPr>
          <a:xfrm>
            <a:off x="611495" y="1798355"/>
            <a:ext cx="6850597" cy="307777"/>
          </a:xfrm>
          <a:prstGeom prst="rect">
            <a:avLst/>
          </a:prstGeom>
          <a:noFill/>
        </p:spPr>
        <p:txBody>
          <a:bodyPr wrap="square" rtlCol="0">
            <a:spAutoFit/>
          </a:bodyPr>
          <a:lstStyle/>
          <a:p>
            <a:pPr algn="ctr"/>
            <a:r>
              <a:rPr lang="en-US" sz="1400" dirty="0">
                <a:latin typeface="+mj-lt"/>
              </a:rPr>
              <a:t>It stores the physical layout and status of restaurant tables.</a:t>
            </a:r>
          </a:p>
        </p:txBody>
      </p:sp>
    </p:spTree>
    <p:extLst>
      <p:ext uri="{BB962C8B-B14F-4D97-AF65-F5344CB8AC3E}">
        <p14:creationId xmlns:p14="http://schemas.microsoft.com/office/powerpoint/2010/main" val="3333516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2BD12-9CE8-6E73-E8BE-B17E7C171C56}"/>
              </a:ext>
            </a:extLst>
          </p:cNvPr>
          <p:cNvSpPr txBox="1">
            <a:spLocks/>
          </p:cNvSpPr>
          <p:nvPr/>
        </p:nvSpPr>
        <p:spPr>
          <a:xfrm>
            <a:off x="1400751" y="1001071"/>
            <a:ext cx="2686057" cy="57236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t>4. </a:t>
            </a:r>
            <a:r>
              <a:rPr lang="en-US" sz="2000" b="1" dirty="0" err="1"/>
              <a:t>table_bookings</a:t>
            </a:r>
            <a:endParaRPr lang="en-US" sz="1800" b="1" dirty="0"/>
          </a:p>
        </p:txBody>
      </p:sp>
      <p:graphicFrame>
        <p:nvGraphicFramePr>
          <p:cNvPr id="3" name="Table 2">
            <a:extLst>
              <a:ext uri="{FF2B5EF4-FFF2-40B4-BE49-F238E27FC236}">
                <a16:creationId xmlns:a16="http://schemas.microsoft.com/office/drawing/2014/main" id="{FA1B0ACB-B9DF-F9BA-2DF6-09161161C697}"/>
              </a:ext>
            </a:extLst>
          </p:cNvPr>
          <p:cNvGraphicFramePr>
            <a:graphicFrameLocks noGrp="1"/>
          </p:cNvGraphicFramePr>
          <p:nvPr>
            <p:extLst>
              <p:ext uri="{D42A27DB-BD31-4B8C-83A1-F6EECF244321}">
                <p14:modId xmlns:p14="http://schemas.microsoft.com/office/powerpoint/2010/main" val="365593980"/>
              </p:ext>
            </p:extLst>
          </p:nvPr>
        </p:nvGraphicFramePr>
        <p:xfrm>
          <a:off x="1400751" y="2052493"/>
          <a:ext cx="9767991" cy="4572000"/>
        </p:xfrm>
        <a:graphic>
          <a:graphicData uri="http://schemas.openxmlformats.org/drawingml/2006/table">
            <a:tbl>
              <a:tblPr firstRow="1" bandRow="1">
                <a:tableStyleId>{BC89EF96-8CEA-46FF-86C4-4CE0E7609802}</a:tableStyleId>
              </a:tblPr>
              <a:tblGrid>
                <a:gridCol w="1464333">
                  <a:extLst>
                    <a:ext uri="{9D8B030D-6E8A-4147-A177-3AD203B41FA5}">
                      <a16:colId xmlns:a16="http://schemas.microsoft.com/office/drawing/2014/main" val="3138830577"/>
                    </a:ext>
                  </a:extLst>
                </a:gridCol>
                <a:gridCol w="1881546">
                  <a:extLst>
                    <a:ext uri="{9D8B030D-6E8A-4147-A177-3AD203B41FA5}">
                      <a16:colId xmlns:a16="http://schemas.microsoft.com/office/drawing/2014/main" val="1884393842"/>
                    </a:ext>
                  </a:extLst>
                </a:gridCol>
                <a:gridCol w="1464333">
                  <a:extLst>
                    <a:ext uri="{9D8B030D-6E8A-4147-A177-3AD203B41FA5}">
                      <a16:colId xmlns:a16="http://schemas.microsoft.com/office/drawing/2014/main" val="1941447081"/>
                    </a:ext>
                  </a:extLst>
                </a:gridCol>
                <a:gridCol w="1464333">
                  <a:extLst>
                    <a:ext uri="{9D8B030D-6E8A-4147-A177-3AD203B41FA5}">
                      <a16:colId xmlns:a16="http://schemas.microsoft.com/office/drawing/2014/main" val="1646753378"/>
                    </a:ext>
                  </a:extLst>
                </a:gridCol>
                <a:gridCol w="1641331">
                  <a:extLst>
                    <a:ext uri="{9D8B030D-6E8A-4147-A177-3AD203B41FA5}">
                      <a16:colId xmlns:a16="http://schemas.microsoft.com/office/drawing/2014/main" val="2152502544"/>
                    </a:ext>
                  </a:extLst>
                </a:gridCol>
                <a:gridCol w="1852115">
                  <a:extLst>
                    <a:ext uri="{9D8B030D-6E8A-4147-A177-3AD203B41FA5}">
                      <a16:colId xmlns:a16="http://schemas.microsoft.com/office/drawing/2014/main" val="298113524"/>
                    </a:ext>
                  </a:extLst>
                </a:gridCol>
              </a:tblGrid>
              <a:tr h="419319">
                <a:tc>
                  <a:txBody>
                    <a:bodyPr/>
                    <a:lstStyle/>
                    <a:p>
                      <a:pPr algn="ctr">
                        <a:lnSpc>
                          <a:spcPct val="150000"/>
                        </a:lnSpc>
                      </a:pPr>
                      <a:r>
                        <a:rPr lang="en-US" sz="1600" dirty="0">
                          <a:solidFill>
                            <a:srgbClr val="000000"/>
                          </a:solidFill>
                        </a:rPr>
                        <a:t>No.</a:t>
                      </a:r>
                      <a:endParaRPr lang="en-US" sz="1600" dirty="0">
                        <a:solidFill>
                          <a:srgbClr val="000000"/>
                        </a:solidFill>
                        <a:latin typeface="+mj-lt"/>
                      </a:endParaRPr>
                    </a:p>
                  </a:txBody>
                  <a:tcPr/>
                </a:tc>
                <a:tc>
                  <a:txBody>
                    <a:bodyPr/>
                    <a:lstStyle/>
                    <a:p>
                      <a:pPr algn="l">
                        <a:lnSpc>
                          <a:spcPct val="150000"/>
                        </a:lnSpc>
                        <a:buNone/>
                      </a:pPr>
                      <a:r>
                        <a:rPr lang="en-US" sz="1600" cap="all" dirty="0">
                          <a:solidFill>
                            <a:srgbClr val="000000"/>
                          </a:solidFill>
                          <a:effectLst/>
                        </a:rPr>
                        <a:t>Field Name</a:t>
                      </a:r>
                      <a:endParaRPr lang="en-US" sz="1600" cap="all" dirty="0">
                        <a:solidFill>
                          <a:srgbClr val="000000"/>
                        </a:solidFill>
                        <a:effectLst/>
                        <a:latin typeface="+mj-lt"/>
                      </a:endParaRPr>
                    </a:p>
                  </a:txBody>
                  <a:tcPr marL="106680" marR="106680" marT="106680" marB="106680" anchor="ctr"/>
                </a:tc>
                <a:tc>
                  <a:txBody>
                    <a:bodyPr/>
                    <a:lstStyle/>
                    <a:p>
                      <a:pPr algn="l">
                        <a:lnSpc>
                          <a:spcPct val="150000"/>
                        </a:lnSpc>
                        <a:buNone/>
                      </a:pPr>
                      <a:r>
                        <a:rPr lang="en-US" sz="1600" cap="all" dirty="0">
                          <a:solidFill>
                            <a:srgbClr val="000000"/>
                          </a:solidFill>
                          <a:effectLst/>
                        </a:rPr>
                        <a:t>Data Type</a:t>
                      </a:r>
                      <a:endParaRPr lang="en-US" sz="1600" cap="all" dirty="0">
                        <a:solidFill>
                          <a:srgbClr val="000000"/>
                        </a:solidFill>
                        <a:effectLst/>
                        <a:latin typeface="+mj-lt"/>
                      </a:endParaRPr>
                    </a:p>
                  </a:txBody>
                  <a:tcPr marL="106680" marR="106680" marT="106680" marB="106680" anchor="ctr"/>
                </a:tc>
                <a:tc>
                  <a:txBody>
                    <a:bodyPr/>
                    <a:lstStyle/>
                    <a:p>
                      <a:pPr algn="l">
                        <a:lnSpc>
                          <a:spcPct val="150000"/>
                        </a:lnSpc>
                        <a:buNone/>
                      </a:pPr>
                      <a:r>
                        <a:rPr lang="en-US" sz="1600" cap="all" dirty="0">
                          <a:solidFill>
                            <a:srgbClr val="000000"/>
                          </a:solidFill>
                          <a:effectLst/>
                        </a:rPr>
                        <a:t>Size</a:t>
                      </a:r>
                      <a:endParaRPr lang="en-US" sz="1600" cap="all" dirty="0">
                        <a:solidFill>
                          <a:srgbClr val="000000"/>
                        </a:solidFill>
                        <a:effectLst/>
                        <a:latin typeface="+mj-lt"/>
                      </a:endParaRPr>
                    </a:p>
                  </a:txBody>
                  <a:tcPr marL="106680" marR="106680" marT="106680" marB="106680" anchor="ctr"/>
                </a:tc>
                <a:tc>
                  <a:txBody>
                    <a:bodyPr/>
                    <a:lstStyle/>
                    <a:p>
                      <a:pPr algn="l">
                        <a:lnSpc>
                          <a:spcPct val="150000"/>
                        </a:lnSpc>
                        <a:buNone/>
                      </a:pPr>
                      <a:r>
                        <a:rPr lang="en-US" sz="1600" cap="all" dirty="0">
                          <a:solidFill>
                            <a:srgbClr val="000000"/>
                          </a:solidFill>
                          <a:effectLst/>
                        </a:rPr>
                        <a:t>Constrain</a:t>
                      </a:r>
                      <a:endParaRPr lang="en-US" sz="1600" cap="all" dirty="0">
                        <a:solidFill>
                          <a:srgbClr val="000000"/>
                        </a:solidFill>
                        <a:effectLst/>
                        <a:latin typeface="+mj-lt"/>
                      </a:endParaRPr>
                    </a:p>
                  </a:txBody>
                  <a:tcPr marL="106680" marR="106680" marT="106680" marB="106680" anchor="ctr"/>
                </a:tc>
                <a:tc>
                  <a:txBody>
                    <a:bodyPr/>
                    <a:lstStyle/>
                    <a:p>
                      <a:pPr algn="l">
                        <a:lnSpc>
                          <a:spcPct val="150000"/>
                        </a:lnSpc>
                        <a:buNone/>
                      </a:pPr>
                      <a:r>
                        <a:rPr lang="en-US" sz="1600" cap="all" dirty="0">
                          <a:solidFill>
                            <a:srgbClr val="000000"/>
                          </a:solidFill>
                          <a:effectLst/>
                        </a:rPr>
                        <a:t>Description</a:t>
                      </a:r>
                      <a:endParaRPr lang="en-US" sz="1600" cap="all" dirty="0">
                        <a:solidFill>
                          <a:srgbClr val="000000"/>
                        </a:solidFill>
                        <a:effectLst/>
                        <a:latin typeface="+mj-lt"/>
                      </a:endParaRPr>
                    </a:p>
                  </a:txBody>
                  <a:tcPr marL="106680" marR="106680" marT="106680" marB="106680" anchor="ctr"/>
                </a:tc>
                <a:extLst>
                  <a:ext uri="{0D108BD9-81ED-4DB2-BD59-A6C34878D82A}">
                    <a16:rowId xmlns:a16="http://schemas.microsoft.com/office/drawing/2014/main" val="1784366061"/>
                  </a:ext>
                </a:extLst>
              </a:tr>
              <a:tr h="419319">
                <a:tc>
                  <a:txBody>
                    <a:bodyPr/>
                    <a:lstStyle/>
                    <a:p>
                      <a:pPr algn="ctr">
                        <a:lnSpc>
                          <a:spcPct val="150000"/>
                        </a:lnSpc>
                        <a:buNone/>
                      </a:pPr>
                      <a:r>
                        <a:rPr lang="en-US" sz="1600" dirty="0">
                          <a:solidFill>
                            <a:schemeClr val="tx1"/>
                          </a:solidFill>
                          <a:effectLst/>
                        </a:rPr>
                        <a:t>1.</a:t>
                      </a:r>
                      <a:endParaRPr lang="en-US" sz="1600" dirty="0">
                        <a:solidFill>
                          <a:schemeClr val="tx1"/>
                        </a:solidFill>
                        <a:effectLst/>
                        <a:latin typeface="+mj-lt"/>
                      </a:endParaRPr>
                    </a:p>
                  </a:txBody>
                  <a:tcPr marT="91440" marB="91440" anchor="ctr"/>
                </a:tc>
                <a:tc>
                  <a:txBody>
                    <a:bodyPr/>
                    <a:lstStyle/>
                    <a:p>
                      <a:pPr>
                        <a:lnSpc>
                          <a:spcPct val="150000"/>
                        </a:lnSpc>
                        <a:buNone/>
                      </a:pPr>
                      <a:r>
                        <a:rPr lang="en-US" sz="1600" b="1" dirty="0">
                          <a:solidFill>
                            <a:schemeClr val="tx1"/>
                          </a:solidFill>
                          <a:effectLst/>
                        </a:rPr>
                        <a:t>id</a:t>
                      </a:r>
                      <a:endParaRPr lang="en-US" sz="1600" b="1" dirty="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BigInt</a:t>
                      </a:r>
                      <a:endParaRPr lang="en-US" sz="160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20</a:t>
                      </a:r>
                      <a:endParaRPr lang="en-US" sz="160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Primary Key, AI</a:t>
                      </a:r>
                      <a:endParaRPr lang="en-US" sz="160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Booking reference ID</a:t>
                      </a:r>
                      <a:endParaRPr lang="en-US" sz="1600">
                        <a:solidFill>
                          <a:schemeClr val="tx1"/>
                        </a:solidFill>
                        <a:effectLst/>
                        <a:latin typeface="+mj-lt"/>
                      </a:endParaRPr>
                    </a:p>
                  </a:txBody>
                  <a:tcPr marT="91440" marB="91440" anchor="ctr"/>
                </a:tc>
                <a:extLst>
                  <a:ext uri="{0D108BD9-81ED-4DB2-BD59-A6C34878D82A}">
                    <a16:rowId xmlns:a16="http://schemas.microsoft.com/office/drawing/2014/main" val="1913191304"/>
                  </a:ext>
                </a:extLst>
              </a:tr>
              <a:tr h="476034">
                <a:tc>
                  <a:txBody>
                    <a:bodyPr/>
                    <a:lstStyle/>
                    <a:p>
                      <a:pPr algn="ctr">
                        <a:lnSpc>
                          <a:spcPct val="150000"/>
                        </a:lnSpc>
                        <a:buNone/>
                      </a:pPr>
                      <a:r>
                        <a:rPr lang="en-US" sz="1600" dirty="0">
                          <a:solidFill>
                            <a:schemeClr val="tx1"/>
                          </a:solidFill>
                          <a:effectLst/>
                        </a:rPr>
                        <a:t>2.</a:t>
                      </a:r>
                      <a:endParaRPr lang="en-US" sz="1600" dirty="0">
                        <a:solidFill>
                          <a:schemeClr val="tx1"/>
                        </a:solidFill>
                        <a:effectLst/>
                        <a:latin typeface="+mj-lt"/>
                      </a:endParaRPr>
                    </a:p>
                  </a:txBody>
                  <a:tcPr marT="91440" marB="91440" anchor="ctr"/>
                </a:tc>
                <a:tc>
                  <a:txBody>
                    <a:bodyPr/>
                    <a:lstStyle/>
                    <a:p>
                      <a:pPr>
                        <a:lnSpc>
                          <a:spcPct val="150000"/>
                        </a:lnSpc>
                        <a:buNone/>
                      </a:pPr>
                      <a:r>
                        <a:rPr lang="en-US" sz="1600" b="1" dirty="0" err="1">
                          <a:solidFill>
                            <a:schemeClr val="tx1"/>
                          </a:solidFill>
                          <a:effectLst/>
                        </a:rPr>
                        <a:t>user_id</a:t>
                      </a:r>
                      <a:endParaRPr lang="en-US" sz="1600" b="1" dirty="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BigInt</a:t>
                      </a:r>
                      <a:endParaRPr lang="en-US" sz="160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20</a:t>
                      </a:r>
                      <a:endParaRPr lang="en-US" sz="160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Foreign Key</a:t>
                      </a:r>
                      <a:endParaRPr lang="en-US" sz="160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Reference to users table</a:t>
                      </a:r>
                      <a:endParaRPr lang="en-US" sz="1600">
                        <a:solidFill>
                          <a:schemeClr val="tx1"/>
                        </a:solidFill>
                        <a:effectLst/>
                        <a:latin typeface="+mj-lt"/>
                      </a:endParaRPr>
                    </a:p>
                  </a:txBody>
                  <a:tcPr marT="91440" marB="91440" anchor="ctr"/>
                </a:tc>
                <a:extLst>
                  <a:ext uri="{0D108BD9-81ED-4DB2-BD59-A6C34878D82A}">
                    <a16:rowId xmlns:a16="http://schemas.microsoft.com/office/drawing/2014/main" val="525501540"/>
                  </a:ext>
                </a:extLst>
              </a:tr>
              <a:tr h="419319">
                <a:tc>
                  <a:txBody>
                    <a:bodyPr/>
                    <a:lstStyle/>
                    <a:p>
                      <a:pPr algn="ctr">
                        <a:lnSpc>
                          <a:spcPct val="150000"/>
                        </a:lnSpc>
                        <a:buNone/>
                      </a:pPr>
                      <a:r>
                        <a:rPr lang="en-US" sz="1600" dirty="0">
                          <a:solidFill>
                            <a:schemeClr val="tx1"/>
                          </a:solidFill>
                          <a:effectLst/>
                        </a:rPr>
                        <a:t>3.</a:t>
                      </a:r>
                      <a:endParaRPr lang="en-US" sz="1600" dirty="0">
                        <a:solidFill>
                          <a:schemeClr val="tx1"/>
                        </a:solidFill>
                        <a:effectLst/>
                        <a:latin typeface="+mj-lt"/>
                      </a:endParaRPr>
                    </a:p>
                  </a:txBody>
                  <a:tcPr marT="91440" marB="91440" anchor="ctr"/>
                </a:tc>
                <a:tc>
                  <a:txBody>
                    <a:bodyPr/>
                    <a:lstStyle/>
                    <a:p>
                      <a:pPr>
                        <a:lnSpc>
                          <a:spcPct val="150000"/>
                        </a:lnSpc>
                        <a:buNone/>
                      </a:pPr>
                      <a:r>
                        <a:rPr lang="en-US" sz="1600" b="1">
                          <a:solidFill>
                            <a:schemeClr val="tx1"/>
                          </a:solidFill>
                          <a:effectLst/>
                        </a:rPr>
                        <a:t>table_id</a:t>
                      </a:r>
                      <a:endParaRPr lang="en-US" sz="1600" b="1">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BigInt</a:t>
                      </a:r>
                      <a:endParaRPr lang="en-US" sz="160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20</a:t>
                      </a:r>
                      <a:endParaRPr lang="en-US" sz="160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Foreign Key</a:t>
                      </a:r>
                      <a:endParaRPr lang="en-US" sz="160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Reference to layout table</a:t>
                      </a:r>
                      <a:endParaRPr lang="en-US" sz="1600">
                        <a:solidFill>
                          <a:schemeClr val="tx1"/>
                        </a:solidFill>
                        <a:effectLst/>
                        <a:latin typeface="+mj-lt"/>
                      </a:endParaRPr>
                    </a:p>
                  </a:txBody>
                  <a:tcPr marT="91440" marB="91440" anchor="ctr"/>
                </a:tc>
                <a:extLst>
                  <a:ext uri="{0D108BD9-81ED-4DB2-BD59-A6C34878D82A}">
                    <a16:rowId xmlns:a16="http://schemas.microsoft.com/office/drawing/2014/main" val="2080477458"/>
                  </a:ext>
                </a:extLst>
              </a:tr>
              <a:tr h="419319">
                <a:tc>
                  <a:txBody>
                    <a:bodyPr/>
                    <a:lstStyle/>
                    <a:p>
                      <a:pPr algn="ctr">
                        <a:lnSpc>
                          <a:spcPct val="150000"/>
                        </a:lnSpc>
                        <a:buNone/>
                      </a:pPr>
                      <a:r>
                        <a:rPr lang="en-US" sz="1600" dirty="0">
                          <a:solidFill>
                            <a:schemeClr val="tx1"/>
                          </a:solidFill>
                          <a:effectLst/>
                        </a:rPr>
                        <a:t>4.</a:t>
                      </a:r>
                      <a:endParaRPr lang="en-US" sz="1600" dirty="0">
                        <a:solidFill>
                          <a:schemeClr val="tx1"/>
                        </a:solidFill>
                        <a:effectLst/>
                        <a:latin typeface="+mj-lt"/>
                      </a:endParaRPr>
                    </a:p>
                  </a:txBody>
                  <a:tcPr marT="91440" marB="91440" anchor="ctr"/>
                </a:tc>
                <a:tc>
                  <a:txBody>
                    <a:bodyPr/>
                    <a:lstStyle/>
                    <a:p>
                      <a:pPr>
                        <a:lnSpc>
                          <a:spcPct val="150000"/>
                        </a:lnSpc>
                        <a:buNone/>
                      </a:pPr>
                      <a:r>
                        <a:rPr lang="en-US" sz="1600" b="1">
                          <a:solidFill>
                            <a:schemeClr val="tx1"/>
                          </a:solidFill>
                          <a:effectLst/>
                        </a:rPr>
                        <a:t>booking_date</a:t>
                      </a:r>
                      <a:endParaRPr lang="en-US" sz="1600" b="1">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Date</a:t>
                      </a:r>
                      <a:endParaRPr lang="en-US" sz="160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a:t>
                      </a:r>
                      <a:endParaRPr lang="en-US" sz="160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Not Null</a:t>
                      </a:r>
                      <a:endParaRPr lang="en-US" sz="160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Scheduled date</a:t>
                      </a:r>
                      <a:endParaRPr lang="en-US" sz="1600">
                        <a:solidFill>
                          <a:schemeClr val="tx1"/>
                        </a:solidFill>
                        <a:effectLst/>
                        <a:latin typeface="+mj-lt"/>
                      </a:endParaRPr>
                    </a:p>
                  </a:txBody>
                  <a:tcPr marT="91440" marB="91440" anchor="ctr"/>
                </a:tc>
                <a:extLst>
                  <a:ext uri="{0D108BD9-81ED-4DB2-BD59-A6C34878D82A}">
                    <a16:rowId xmlns:a16="http://schemas.microsoft.com/office/drawing/2014/main" val="808685329"/>
                  </a:ext>
                </a:extLst>
              </a:tr>
              <a:tr h="419319">
                <a:tc>
                  <a:txBody>
                    <a:bodyPr/>
                    <a:lstStyle/>
                    <a:p>
                      <a:pPr algn="ctr">
                        <a:lnSpc>
                          <a:spcPct val="150000"/>
                        </a:lnSpc>
                        <a:buNone/>
                      </a:pPr>
                      <a:r>
                        <a:rPr lang="en-US" sz="1600" dirty="0">
                          <a:solidFill>
                            <a:schemeClr val="tx1"/>
                          </a:solidFill>
                          <a:effectLst/>
                        </a:rPr>
                        <a:t>5.</a:t>
                      </a:r>
                      <a:endParaRPr lang="en-US" sz="1600" dirty="0">
                        <a:solidFill>
                          <a:schemeClr val="tx1"/>
                        </a:solidFill>
                        <a:effectLst/>
                        <a:latin typeface="+mj-lt"/>
                      </a:endParaRPr>
                    </a:p>
                  </a:txBody>
                  <a:tcPr marT="91440" marB="91440" anchor="ctr"/>
                </a:tc>
                <a:tc>
                  <a:txBody>
                    <a:bodyPr/>
                    <a:lstStyle/>
                    <a:p>
                      <a:pPr>
                        <a:lnSpc>
                          <a:spcPct val="150000"/>
                        </a:lnSpc>
                        <a:buNone/>
                      </a:pPr>
                      <a:r>
                        <a:rPr lang="en-US" sz="1600" b="1">
                          <a:solidFill>
                            <a:schemeClr val="tx1"/>
                          </a:solidFill>
                          <a:effectLst/>
                        </a:rPr>
                        <a:t>status</a:t>
                      </a:r>
                      <a:endParaRPr lang="en-US" sz="1600" b="1">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Enum</a:t>
                      </a:r>
                      <a:endParaRPr lang="en-US" sz="160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a:t>
                      </a:r>
                      <a:endParaRPr lang="en-US" sz="1600">
                        <a:solidFill>
                          <a:schemeClr val="tx1"/>
                        </a:solidFill>
                        <a:effectLst/>
                        <a:latin typeface="+mj-lt"/>
                      </a:endParaRPr>
                    </a:p>
                  </a:txBody>
                  <a:tcPr marT="91440" marB="91440" anchor="ctr"/>
                </a:tc>
                <a:tc>
                  <a:txBody>
                    <a:bodyPr/>
                    <a:lstStyle/>
                    <a:p>
                      <a:pPr>
                        <a:lnSpc>
                          <a:spcPct val="150000"/>
                        </a:lnSpc>
                        <a:buNone/>
                      </a:pPr>
                      <a:r>
                        <a:rPr lang="en-US" sz="1600">
                          <a:solidFill>
                            <a:schemeClr val="tx1"/>
                          </a:solidFill>
                          <a:effectLst/>
                        </a:rPr>
                        <a:t>Pending/Accepted...</a:t>
                      </a:r>
                      <a:endParaRPr lang="en-US" sz="1600">
                        <a:solidFill>
                          <a:schemeClr val="tx1"/>
                        </a:solidFill>
                        <a:effectLst/>
                        <a:latin typeface="+mj-lt"/>
                      </a:endParaRPr>
                    </a:p>
                  </a:txBody>
                  <a:tcPr marT="91440" marB="91440" anchor="ctr"/>
                </a:tc>
                <a:tc>
                  <a:txBody>
                    <a:bodyPr/>
                    <a:lstStyle/>
                    <a:p>
                      <a:pPr>
                        <a:lnSpc>
                          <a:spcPct val="150000"/>
                        </a:lnSpc>
                        <a:buNone/>
                      </a:pPr>
                      <a:r>
                        <a:rPr lang="en-US" sz="1600" dirty="0">
                          <a:solidFill>
                            <a:schemeClr val="tx1"/>
                          </a:solidFill>
                          <a:effectLst/>
                        </a:rPr>
                        <a:t>Current status of request</a:t>
                      </a:r>
                      <a:endParaRPr lang="en-US" sz="1600" dirty="0">
                        <a:solidFill>
                          <a:schemeClr val="tx1"/>
                        </a:solidFill>
                        <a:effectLst/>
                        <a:latin typeface="+mj-lt"/>
                      </a:endParaRPr>
                    </a:p>
                  </a:txBody>
                  <a:tcPr marT="91440" marB="91440" anchor="ctr"/>
                </a:tc>
                <a:extLst>
                  <a:ext uri="{0D108BD9-81ED-4DB2-BD59-A6C34878D82A}">
                    <a16:rowId xmlns:a16="http://schemas.microsoft.com/office/drawing/2014/main" val="2367210734"/>
                  </a:ext>
                </a:extLst>
              </a:tr>
            </a:tbl>
          </a:graphicData>
        </a:graphic>
      </p:graphicFrame>
      <p:sp>
        <p:nvSpPr>
          <p:cNvPr id="4" name="TextBox 3">
            <a:extLst>
              <a:ext uri="{FF2B5EF4-FFF2-40B4-BE49-F238E27FC236}">
                <a16:creationId xmlns:a16="http://schemas.microsoft.com/office/drawing/2014/main" id="{24947D18-581B-D657-7D23-53F404F0FC68}"/>
              </a:ext>
            </a:extLst>
          </p:cNvPr>
          <p:cNvSpPr txBox="1"/>
          <p:nvPr/>
        </p:nvSpPr>
        <p:spPr>
          <a:xfrm>
            <a:off x="1400751" y="1573435"/>
            <a:ext cx="5538537" cy="307777"/>
          </a:xfrm>
          <a:prstGeom prst="rect">
            <a:avLst/>
          </a:prstGeom>
          <a:noFill/>
        </p:spPr>
        <p:txBody>
          <a:bodyPr wrap="square" rtlCol="0">
            <a:spAutoFit/>
          </a:bodyPr>
          <a:lstStyle/>
          <a:p>
            <a:pPr algn="ctr"/>
            <a:r>
              <a:rPr lang="en-US" sz="1400" dirty="0"/>
              <a:t>It stores reservation requests made by users for specific tables.</a:t>
            </a:r>
            <a:endParaRPr lang="en-US" sz="1050" dirty="0"/>
          </a:p>
        </p:txBody>
      </p:sp>
    </p:spTree>
    <p:extLst>
      <p:ext uri="{BB962C8B-B14F-4D97-AF65-F5344CB8AC3E}">
        <p14:creationId xmlns:p14="http://schemas.microsoft.com/office/powerpoint/2010/main" val="2718203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9A6A7-1C20-CFA9-3E0F-F2C2F2D1D221}"/>
              </a:ext>
            </a:extLst>
          </p:cNvPr>
          <p:cNvSpPr txBox="1">
            <a:spLocks/>
          </p:cNvSpPr>
          <p:nvPr/>
        </p:nvSpPr>
        <p:spPr>
          <a:xfrm>
            <a:off x="1363429" y="958399"/>
            <a:ext cx="2301929" cy="57236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t>5. cart</a:t>
            </a:r>
          </a:p>
        </p:txBody>
      </p:sp>
      <p:graphicFrame>
        <p:nvGraphicFramePr>
          <p:cNvPr id="3" name="Table 2">
            <a:extLst>
              <a:ext uri="{FF2B5EF4-FFF2-40B4-BE49-F238E27FC236}">
                <a16:creationId xmlns:a16="http://schemas.microsoft.com/office/drawing/2014/main" id="{ED8CF1C6-1328-6D48-0324-A4989872CA7A}"/>
              </a:ext>
            </a:extLst>
          </p:cNvPr>
          <p:cNvGraphicFramePr>
            <a:graphicFrameLocks noGrp="1"/>
          </p:cNvGraphicFramePr>
          <p:nvPr>
            <p:extLst>
              <p:ext uri="{D42A27DB-BD31-4B8C-83A1-F6EECF244321}">
                <p14:modId xmlns:p14="http://schemas.microsoft.com/office/powerpoint/2010/main" val="254319638"/>
              </p:ext>
            </p:extLst>
          </p:nvPr>
        </p:nvGraphicFramePr>
        <p:xfrm>
          <a:off x="1428743" y="2238589"/>
          <a:ext cx="9450751" cy="3661011"/>
        </p:xfrm>
        <a:graphic>
          <a:graphicData uri="http://schemas.openxmlformats.org/drawingml/2006/table">
            <a:tbl>
              <a:tblPr firstRow="1" bandRow="1">
                <a:tableStyleId>{BC89EF96-8CEA-46FF-86C4-4CE0E7609802}</a:tableStyleId>
              </a:tblPr>
              <a:tblGrid>
                <a:gridCol w="1416775">
                  <a:extLst>
                    <a:ext uri="{9D8B030D-6E8A-4147-A177-3AD203B41FA5}">
                      <a16:colId xmlns:a16="http://schemas.microsoft.com/office/drawing/2014/main" val="3138830577"/>
                    </a:ext>
                  </a:extLst>
                </a:gridCol>
                <a:gridCol w="1820438">
                  <a:extLst>
                    <a:ext uri="{9D8B030D-6E8A-4147-A177-3AD203B41FA5}">
                      <a16:colId xmlns:a16="http://schemas.microsoft.com/office/drawing/2014/main" val="1884393842"/>
                    </a:ext>
                  </a:extLst>
                </a:gridCol>
                <a:gridCol w="1416775">
                  <a:extLst>
                    <a:ext uri="{9D8B030D-6E8A-4147-A177-3AD203B41FA5}">
                      <a16:colId xmlns:a16="http://schemas.microsoft.com/office/drawing/2014/main" val="1941447081"/>
                    </a:ext>
                  </a:extLst>
                </a:gridCol>
                <a:gridCol w="1416775">
                  <a:extLst>
                    <a:ext uri="{9D8B030D-6E8A-4147-A177-3AD203B41FA5}">
                      <a16:colId xmlns:a16="http://schemas.microsoft.com/office/drawing/2014/main" val="1646753378"/>
                    </a:ext>
                  </a:extLst>
                </a:gridCol>
                <a:gridCol w="1588025">
                  <a:extLst>
                    <a:ext uri="{9D8B030D-6E8A-4147-A177-3AD203B41FA5}">
                      <a16:colId xmlns:a16="http://schemas.microsoft.com/office/drawing/2014/main" val="2152502544"/>
                    </a:ext>
                  </a:extLst>
                </a:gridCol>
                <a:gridCol w="1791963">
                  <a:extLst>
                    <a:ext uri="{9D8B030D-6E8A-4147-A177-3AD203B41FA5}">
                      <a16:colId xmlns:a16="http://schemas.microsoft.com/office/drawing/2014/main" val="298113524"/>
                    </a:ext>
                  </a:extLst>
                </a:gridCol>
              </a:tblGrid>
              <a:tr h="458879">
                <a:tc>
                  <a:txBody>
                    <a:bodyPr/>
                    <a:lstStyle/>
                    <a:p>
                      <a:pPr algn="ctr">
                        <a:lnSpc>
                          <a:spcPct val="150000"/>
                        </a:lnSpc>
                      </a:pPr>
                      <a:r>
                        <a:rPr lang="en-US" sz="1600" dirty="0">
                          <a:solidFill>
                            <a:srgbClr val="000000"/>
                          </a:solidFill>
                        </a:rPr>
                        <a:t>No.</a:t>
                      </a:r>
                      <a:endParaRPr lang="en-US" sz="1600" dirty="0">
                        <a:solidFill>
                          <a:srgbClr val="000000"/>
                        </a:solidFill>
                        <a:latin typeface="+mn-lt"/>
                      </a:endParaRPr>
                    </a:p>
                  </a:txBody>
                  <a:tcPr/>
                </a:tc>
                <a:tc>
                  <a:txBody>
                    <a:bodyPr/>
                    <a:lstStyle/>
                    <a:p>
                      <a:pPr algn="l">
                        <a:buNone/>
                      </a:pPr>
                      <a:r>
                        <a:rPr lang="en-US" sz="1600" cap="all" dirty="0">
                          <a:solidFill>
                            <a:srgbClr val="000000"/>
                          </a:solidFill>
                          <a:effectLst/>
                        </a:rPr>
                        <a:t>Field Name</a:t>
                      </a:r>
                      <a:endParaRPr lang="en-US" sz="1600" cap="all" dirty="0">
                        <a:solidFill>
                          <a:srgbClr val="000000"/>
                        </a:solidFill>
                        <a:effectLst/>
                        <a:latin typeface="+mn-lt"/>
                      </a:endParaRPr>
                    </a:p>
                  </a:txBody>
                  <a:tcPr marL="106680" marR="106680" marT="106680" marB="106680" anchor="ctr"/>
                </a:tc>
                <a:tc>
                  <a:txBody>
                    <a:bodyPr/>
                    <a:lstStyle/>
                    <a:p>
                      <a:pPr algn="l">
                        <a:buNone/>
                      </a:pPr>
                      <a:r>
                        <a:rPr lang="en-US" sz="1600" cap="all" dirty="0">
                          <a:solidFill>
                            <a:srgbClr val="000000"/>
                          </a:solidFill>
                          <a:effectLst/>
                        </a:rPr>
                        <a:t>Data Type</a:t>
                      </a:r>
                      <a:endParaRPr lang="en-US" sz="1600" cap="all" dirty="0">
                        <a:solidFill>
                          <a:srgbClr val="000000"/>
                        </a:solidFill>
                        <a:effectLst/>
                        <a:latin typeface="+mn-lt"/>
                      </a:endParaRPr>
                    </a:p>
                  </a:txBody>
                  <a:tcPr marL="106680" marR="106680" marT="106680" marB="106680" anchor="ctr"/>
                </a:tc>
                <a:tc>
                  <a:txBody>
                    <a:bodyPr/>
                    <a:lstStyle/>
                    <a:p>
                      <a:pPr algn="l">
                        <a:buNone/>
                      </a:pPr>
                      <a:r>
                        <a:rPr lang="en-US" sz="1600" cap="all" dirty="0">
                          <a:solidFill>
                            <a:srgbClr val="000000"/>
                          </a:solidFill>
                          <a:effectLst/>
                        </a:rPr>
                        <a:t>Size</a:t>
                      </a:r>
                      <a:endParaRPr lang="en-US" sz="1600" cap="all" dirty="0">
                        <a:solidFill>
                          <a:srgbClr val="000000"/>
                        </a:solidFill>
                        <a:effectLst/>
                        <a:latin typeface="+mn-lt"/>
                      </a:endParaRPr>
                    </a:p>
                  </a:txBody>
                  <a:tcPr marL="106680" marR="106680" marT="106680" marB="106680" anchor="ctr"/>
                </a:tc>
                <a:tc>
                  <a:txBody>
                    <a:bodyPr/>
                    <a:lstStyle/>
                    <a:p>
                      <a:pPr algn="l">
                        <a:buNone/>
                      </a:pPr>
                      <a:r>
                        <a:rPr lang="en-US" sz="1600" cap="all" dirty="0">
                          <a:solidFill>
                            <a:srgbClr val="000000"/>
                          </a:solidFill>
                          <a:effectLst/>
                        </a:rPr>
                        <a:t>Constrain</a:t>
                      </a:r>
                      <a:endParaRPr lang="en-US" sz="1600" cap="all" dirty="0">
                        <a:solidFill>
                          <a:srgbClr val="000000"/>
                        </a:solidFill>
                        <a:effectLst/>
                        <a:latin typeface="+mn-lt"/>
                      </a:endParaRPr>
                    </a:p>
                  </a:txBody>
                  <a:tcPr marL="106680" marR="106680" marT="106680" marB="106680" anchor="ctr"/>
                </a:tc>
                <a:tc>
                  <a:txBody>
                    <a:bodyPr/>
                    <a:lstStyle/>
                    <a:p>
                      <a:pPr algn="l">
                        <a:buNone/>
                      </a:pPr>
                      <a:r>
                        <a:rPr lang="en-US" sz="1600" cap="all" dirty="0">
                          <a:solidFill>
                            <a:srgbClr val="000000"/>
                          </a:solidFill>
                          <a:effectLst/>
                        </a:rPr>
                        <a:t>Description</a:t>
                      </a:r>
                      <a:endParaRPr lang="en-US" sz="1600" cap="all" dirty="0">
                        <a:solidFill>
                          <a:srgbClr val="000000"/>
                        </a:solidFill>
                        <a:effectLst/>
                        <a:latin typeface="+mn-lt"/>
                      </a:endParaRPr>
                    </a:p>
                  </a:txBody>
                  <a:tcPr marL="106680" marR="106680" marT="106680" marB="106680" anchor="ctr"/>
                </a:tc>
                <a:extLst>
                  <a:ext uri="{0D108BD9-81ED-4DB2-BD59-A6C34878D82A}">
                    <a16:rowId xmlns:a16="http://schemas.microsoft.com/office/drawing/2014/main" val="1784366061"/>
                  </a:ext>
                </a:extLst>
              </a:tr>
              <a:tr h="800533">
                <a:tc>
                  <a:txBody>
                    <a:bodyPr/>
                    <a:lstStyle/>
                    <a:p>
                      <a:pPr algn="ctr">
                        <a:buNone/>
                      </a:pPr>
                      <a:r>
                        <a:rPr lang="en-US" sz="1600" dirty="0">
                          <a:solidFill>
                            <a:schemeClr val="tx1"/>
                          </a:solidFill>
                          <a:effectLst/>
                        </a:rPr>
                        <a:t>1.</a:t>
                      </a:r>
                      <a:endParaRPr lang="en-US" sz="1600" dirty="0">
                        <a:solidFill>
                          <a:schemeClr val="tx1"/>
                        </a:solidFill>
                        <a:effectLst/>
                        <a:latin typeface="+mn-lt"/>
                      </a:endParaRPr>
                    </a:p>
                  </a:txBody>
                  <a:tcPr marT="91440" marB="91440" anchor="ctr"/>
                </a:tc>
                <a:tc>
                  <a:txBody>
                    <a:bodyPr/>
                    <a:lstStyle/>
                    <a:p>
                      <a:pPr>
                        <a:buNone/>
                      </a:pPr>
                      <a:r>
                        <a:rPr lang="en-US" sz="1600" b="1">
                          <a:solidFill>
                            <a:schemeClr val="tx1"/>
                          </a:solidFill>
                          <a:effectLst/>
                        </a:rPr>
                        <a:t>id</a:t>
                      </a:r>
                      <a:endParaRPr lang="en-US" sz="1600" b="1">
                        <a:solidFill>
                          <a:schemeClr val="tx1"/>
                        </a:solidFill>
                        <a:effectLst/>
                        <a:latin typeface="+mn-lt"/>
                      </a:endParaRPr>
                    </a:p>
                  </a:txBody>
                  <a:tcPr marT="91440" marB="91440" anchor="ctr"/>
                </a:tc>
                <a:tc>
                  <a:txBody>
                    <a:bodyPr/>
                    <a:lstStyle/>
                    <a:p>
                      <a:pPr>
                        <a:buNone/>
                      </a:pPr>
                      <a:r>
                        <a:rPr lang="en-US" sz="1600">
                          <a:solidFill>
                            <a:schemeClr val="tx1"/>
                          </a:solidFill>
                          <a:effectLst/>
                        </a:rPr>
                        <a:t>BigInt</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20</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Primary Key, AI</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Cart item unique ID</a:t>
                      </a:r>
                      <a:endParaRPr lang="en-US" sz="1600">
                        <a:solidFill>
                          <a:schemeClr val="tx1"/>
                        </a:solidFill>
                        <a:effectLst/>
                        <a:latin typeface="+mn-lt"/>
                      </a:endParaRPr>
                    </a:p>
                  </a:txBody>
                  <a:tcPr marT="91440" marB="91440" anchor="ctr"/>
                </a:tc>
                <a:extLst>
                  <a:ext uri="{0D108BD9-81ED-4DB2-BD59-A6C34878D82A}">
                    <a16:rowId xmlns:a16="http://schemas.microsoft.com/office/drawing/2014/main" val="1913191304"/>
                  </a:ext>
                </a:extLst>
              </a:tr>
              <a:tr h="800533">
                <a:tc>
                  <a:txBody>
                    <a:bodyPr/>
                    <a:lstStyle/>
                    <a:p>
                      <a:pPr algn="ctr">
                        <a:buNone/>
                      </a:pPr>
                      <a:r>
                        <a:rPr lang="en-US" sz="1600" dirty="0">
                          <a:solidFill>
                            <a:schemeClr val="tx1"/>
                          </a:solidFill>
                          <a:effectLst/>
                        </a:rPr>
                        <a:t>2.</a:t>
                      </a:r>
                      <a:endParaRPr lang="en-US" sz="1600" dirty="0">
                        <a:solidFill>
                          <a:schemeClr val="tx1"/>
                        </a:solidFill>
                        <a:effectLst/>
                        <a:latin typeface="+mn-lt"/>
                      </a:endParaRPr>
                    </a:p>
                  </a:txBody>
                  <a:tcPr marT="91440" marB="91440" anchor="ctr"/>
                </a:tc>
                <a:tc>
                  <a:txBody>
                    <a:bodyPr/>
                    <a:lstStyle/>
                    <a:p>
                      <a:pPr>
                        <a:buNone/>
                      </a:pPr>
                      <a:r>
                        <a:rPr lang="en-US" sz="1600" b="1" dirty="0" err="1">
                          <a:solidFill>
                            <a:schemeClr val="tx1"/>
                          </a:solidFill>
                          <a:effectLst/>
                        </a:rPr>
                        <a:t>user_id</a:t>
                      </a:r>
                      <a:endParaRPr lang="en-US" sz="1600" b="1" dirty="0">
                        <a:solidFill>
                          <a:schemeClr val="tx1"/>
                        </a:solidFill>
                        <a:effectLst/>
                        <a:latin typeface="+mn-lt"/>
                      </a:endParaRPr>
                    </a:p>
                  </a:txBody>
                  <a:tcPr marT="91440" marB="91440" anchor="ctr"/>
                </a:tc>
                <a:tc>
                  <a:txBody>
                    <a:bodyPr/>
                    <a:lstStyle/>
                    <a:p>
                      <a:pPr>
                        <a:buNone/>
                      </a:pPr>
                      <a:r>
                        <a:rPr lang="en-US" sz="1600">
                          <a:solidFill>
                            <a:schemeClr val="tx1"/>
                          </a:solidFill>
                          <a:effectLst/>
                        </a:rPr>
                        <a:t>BigInt</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20</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Foreign Key</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The owner of the cart</a:t>
                      </a:r>
                      <a:endParaRPr lang="en-US" sz="1600">
                        <a:solidFill>
                          <a:schemeClr val="tx1"/>
                        </a:solidFill>
                        <a:effectLst/>
                        <a:latin typeface="+mn-lt"/>
                      </a:endParaRPr>
                    </a:p>
                  </a:txBody>
                  <a:tcPr marT="91440" marB="91440" anchor="ctr"/>
                </a:tc>
                <a:extLst>
                  <a:ext uri="{0D108BD9-81ED-4DB2-BD59-A6C34878D82A}">
                    <a16:rowId xmlns:a16="http://schemas.microsoft.com/office/drawing/2014/main" val="525501540"/>
                  </a:ext>
                </a:extLst>
              </a:tr>
              <a:tr h="800533">
                <a:tc>
                  <a:txBody>
                    <a:bodyPr/>
                    <a:lstStyle/>
                    <a:p>
                      <a:pPr algn="ctr">
                        <a:buNone/>
                      </a:pPr>
                      <a:r>
                        <a:rPr lang="en-US" sz="1600" dirty="0">
                          <a:solidFill>
                            <a:schemeClr val="tx1"/>
                          </a:solidFill>
                          <a:effectLst/>
                        </a:rPr>
                        <a:t>3.</a:t>
                      </a:r>
                      <a:endParaRPr lang="en-US" sz="1600" dirty="0">
                        <a:solidFill>
                          <a:schemeClr val="tx1"/>
                        </a:solidFill>
                        <a:effectLst/>
                        <a:latin typeface="+mn-lt"/>
                      </a:endParaRPr>
                    </a:p>
                  </a:txBody>
                  <a:tcPr marT="91440" marB="91440" anchor="ctr"/>
                </a:tc>
                <a:tc>
                  <a:txBody>
                    <a:bodyPr/>
                    <a:lstStyle/>
                    <a:p>
                      <a:pPr>
                        <a:buNone/>
                      </a:pPr>
                      <a:r>
                        <a:rPr lang="en-US" sz="1600" b="1">
                          <a:solidFill>
                            <a:schemeClr val="tx1"/>
                          </a:solidFill>
                          <a:effectLst/>
                        </a:rPr>
                        <a:t>food_id</a:t>
                      </a:r>
                      <a:endParaRPr lang="en-US" sz="1600" b="1">
                        <a:solidFill>
                          <a:schemeClr val="tx1"/>
                        </a:solidFill>
                        <a:effectLst/>
                        <a:latin typeface="+mn-lt"/>
                      </a:endParaRPr>
                    </a:p>
                  </a:txBody>
                  <a:tcPr marT="91440" marB="91440" anchor="ctr"/>
                </a:tc>
                <a:tc>
                  <a:txBody>
                    <a:bodyPr/>
                    <a:lstStyle/>
                    <a:p>
                      <a:pPr>
                        <a:buNone/>
                      </a:pPr>
                      <a:r>
                        <a:rPr lang="en-US" sz="1600">
                          <a:solidFill>
                            <a:schemeClr val="tx1"/>
                          </a:solidFill>
                          <a:effectLst/>
                        </a:rPr>
                        <a:t>BigInt</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20</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Foreign Key</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Item added to cart</a:t>
                      </a:r>
                      <a:endParaRPr lang="en-US" sz="1600">
                        <a:solidFill>
                          <a:schemeClr val="tx1"/>
                        </a:solidFill>
                        <a:effectLst/>
                        <a:latin typeface="+mn-lt"/>
                      </a:endParaRPr>
                    </a:p>
                  </a:txBody>
                  <a:tcPr marT="91440" marB="91440" anchor="ctr"/>
                </a:tc>
                <a:extLst>
                  <a:ext uri="{0D108BD9-81ED-4DB2-BD59-A6C34878D82A}">
                    <a16:rowId xmlns:a16="http://schemas.microsoft.com/office/drawing/2014/main" val="2080477458"/>
                  </a:ext>
                </a:extLst>
              </a:tr>
              <a:tr h="800533">
                <a:tc>
                  <a:txBody>
                    <a:bodyPr/>
                    <a:lstStyle/>
                    <a:p>
                      <a:pPr algn="ctr">
                        <a:buNone/>
                      </a:pPr>
                      <a:r>
                        <a:rPr lang="en-US" sz="1600" dirty="0">
                          <a:solidFill>
                            <a:schemeClr val="tx1"/>
                          </a:solidFill>
                          <a:effectLst/>
                        </a:rPr>
                        <a:t>4.</a:t>
                      </a:r>
                      <a:endParaRPr lang="en-US" sz="1600" dirty="0">
                        <a:solidFill>
                          <a:schemeClr val="tx1"/>
                        </a:solidFill>
                        <a:effectLst/>
                        <a:latin typeface="+mn-lt"/>
                      </a:endParaRPr>
                    </a:p>
                  </a:txBody>
                  <a:tcPr marT="91440" marB="91440" anchor="ctr"/>
                </a:tc>
                <a:tc>
                  <a:txBody>
                    <a:bodyPr/>
                    <a:lstStyle/>
                    <a:p>
                      <a:pPr>
                        <a:buNone/>
                      </a:pPr>
                      <a:r>
                        <a:rPr lang="en-US" sz="1600" b="1">
                          <a:solidFill>
                            <a:schemeClr val="tx1"/>
                          </a:solidFill>
                          <a:effectLst/>
                        </a:rPr>
                        <a:t>quantity</a:t>
                      </a:r>
                      <a:endParaRPr lang="en-US" sz="1600" b="1">
                        <a:solidFill>
                          <a:schemeClr val="tx1"/>
                        </a:solidFill>
                        <a:effectLst/>
                        <a:latin typeface="+mn-lt"/>
                      </a:endParaRPr>
                    </a:p>
                  </a:txBody>
                  <a:tcPr marT="91440" marB="91440" anchor="ctr"/>
                </a:tc>
                <a:tc>
                  <a:txBody>
                    <a:bodyPr/>
                    <a:lstStyle/>
                    <a:p>
                      <a:pPr>
                        <a:buNone/>
                      </a:pPr>
                      <a:r>
                        <a:rPr lang="en-US" sz="1600">
                          <a:solidFill>
                            <a:schemeClr val="tx1"/>
                          </a:solidFill>
                          <a:effectLst/>
                        </a:rPr>
                        <a:t>Unsigned Int</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Not Null</a:t>
                      </a:r>
                      <a:endParaRPr lang="en-US" sz="1600">
                        <a:solidFill>
                          <a:schemeClr val="tx1"/>
                        </a:solidFill>
                        <a:effectLst/>
                        <a:latin typeface="+mn-lt"/>
                      </a:endParaRPr>
                    </a:p>
                  </a:txBody>
                  <a:tcPr marT="91440" marB="91440" anchor="ctr"/>
                </a:tc>
                <a:tc>
                  <a:txBody>
                    <a:bodyPr/>
                    <a:lstStyle/>
                    <a:p>
                      <a:pPr>
                        <a:buNone/>
                      </a:pPr>
                      <a:r>
                        <a:rPr lang="en-US" sz="1600" dirty="0">
                          <a:solidFill>
                            <a:schemeClr val="tx1"/>
                          </a:solidFill>
                          <a:effectLst/>
                        </a:rPr>
                        <a:t>Number of items</a:t>
                      </a:r>
                      <a:endParaRPr lang="en-US" sz="1600" dirty="0">
                        <a:solidFill>
                          <a:schemeClr val="tx1"/>
                        </a:solidFill>
                        <a:effectLst/>
                        <a:latin typeface="+mn-lt"/>
                      </a:endParaRPr>
                    </a:p>
                  </a:txBody>
                  <a:tcPr marT="91440" marB="91440" anchor="ctr"/>
                </a:tc>
                <a:extLst>
                  <a:ext uri="{0D108BD9-81ED-4DB2-BD59-A6C34878D82A}">
                    <a16:rowId xmlns:a16="http://schemas.microsoft.com/office/drawing/2014/main" val="808685329"/>
                  </a:ext>
                </a:extLst>
              </a:tr>
            </a:tbl>
          </a:graphicData>
        </a:graphic>
      </p:graphicFrame>
      <p:sp>
        <p:nvSpPr>
          <p:cNvPr id="4" name="TextBox 3">
            <a:extLst>
              <a:ext uri="{FF2B5EF4-FFF2-40B4-BE49-F238E27FC236}">
                <a16:creationId xmlns:a16="http://schemas.microsoft.com/office/drawing/2014/main" id="{CC9E2932-0D3E-BDA0-D586-675DB4502388}"/>
              </a:ext>
            </a:extLst>
          </p:cNvPr>
          <p:cNvSpPr txBox="1"/>
          <p:nvPr/>
        </p:nvSpPr>
        <p:spPr>
          <a:xfrm>
            <a:off x="1046189" y="1530763"/>
            <a:ext cx="7090106" cy="369332"/>
          </a:xfrm>
          <a:prstGeom prst="rect">
            <a:avLst/>
          </a:prstGeom>
          <a:noFill/>
        </p:spPr>
        <p:txBody>
          <a:bodyPr wrap="square" rtlCol="0">
            <a:spAutoFit/>
          </a:bodyPr>
          <a:lstStyle/>
          <a:p>
            <a:pPr algn="ctr"/>
            <a:r>
              <a:rPr lang="en-US" dirty="0"/>
              <a:t>It stores temporary items added by users before checkout.</a:t>
            </a:r>
            <a:endParaRPr lang="en-US" sz="1200" dirty="0"/>
          </a:p>
        </p:txBody>
      </p:sp>
    </p:spTree>
    <p:extLst>
      <p:ext uri="{BB962C8B-B14F-4D97-AF65-F5344CB8AC3E}">
        <p14:creationId xmlns:p14="http://schemas.microsoft.com/office/powerpoint/2010/main" val="2539875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DB15A-F13F-B382-23ED-C48E56DCD8F2}"/>
              </a:ext>
            </a:extLst>
          </p:cNvPr>
          <p:cNvSpPr txBox="1">
            <a:spLocks/>
          </p:cNvSpPr>
          <p:nvPr/>
        </p:nvSpPr>
        <p:spPr>
          <a:xfrm>
            <a:off x="1466065" y="818440"/>
            <a:ext cx="2776014" cy="57236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t>6. orders</a:t>
            </a:r>
            <a:endParaRPr lang="en-US" sz="2400" b="1" dirty="0"/>
          </a:p>
        </p:txBody>
      </p:sp>
      <p:graphicFrame>
        <p:nvGraphicFramePr>
          <p:cNvPr id="3" name="Table 2">
            <a:extLst>
              <a:ext uri="{FF2B5EF4-FFF2-40B4-BE49-F238E27FC236}">
                <a16:creationId xmlns:a16="http://schemas.microsoft.com/office/drawing/2014/main" id="{5CA34C45-B2BC-942F-7E01-8EC9F1958CF4}"/>
              </a:ext>
            </a:extLst>
          </p:cNvPr>
          <p:cNvGraphicFramePr>
            <a:graphicFrameLocks noGrp="1"/>
          </p:cNvGraphicFramePr>
          <p:nvPr>
            <p:extLst>
              <p:ext uri="{D42A27DB-BD31-4B8C-83A1-F6EECF244321}">
                <p14:modId xmlns:p14="http://schemas.microsoft.com/office/powerpoint/2010/main" val="1093000588"/>
              </p:ext>
            </p:extLst>
          </p:nvPr>
        </p:nvGraphicFramePr>
        <p:xfrm>
          <a:off x="1466065" y="2473400"/>
          <a:ext cx="9404097" cy="3566160"/>
        </p:xfrm>
        <a:graphic>
          <a:graphicData uri="http://schemas.openxmlformats.org/drawingml/2006/table">
            <a:tbl>
              <a:tblPr firstRow="1" bandRow="1">
                <a:tableStyleId>{BC89EF96-8CEA-46FF-86C4-4CE0E7609802}</a:tableStyleId>
              </a:tblPr>
              <a:tblGrid>
                <a:gridCol w="1409781">
                  <a:extLst>
                    <a:ext uri="{9D8B030D-6E8A-4147-A177-3AD203B41FA5}">
                      <a16:colId xmlns:a16="http://schemas.microsoft.com/office/drawing/2014/main" val="3138830577"/>
                    </a:ext>
                  </a:extLst>
                </a:gridCol>
                <a:gridCol w="1811451">
                  <a:extLst>
                    <a:ext uri="{9D8B030D-6E8A-4147-A177-3AD203B41FA5}">
                      <a16:colId xmlns:a16="http://schemas.microsoft.com/office/drawing/2014/main" val="1884393842"/>
                    </a:ext>
                  </a:extLst>
                </a:gridCol>
                <a:gridCol w="1409781">
                  <a:extLst>
                    <a:ext uri="{9D8B030D-6E8A-4147-A177-3AD203B41FA5}">
                      <a16:colId xmlns:a16="http://schemas.microsoft.com/office/drawing/2014/main" val="1941447081"/>
                    </a:ext>
                  </a:extLst>
                </a:gridCol>
                <a:gridCol w="1409781">
                  <a:extLst>
                    <a:ext uri="{9D8B030D-6E8A-4147-A177-3AD203B41FA5}">
                      <a16:colId xmlns:a16="http://schemas.microsoft.com/office/drawing/2014/main" val="1646753378"/>
                    </a:ext>
                  </a:extLst>
                </a:gridCol>
                <a:gridCol w="1580186">
                  <a:extLst>
                    <a:ext uri="{9D8B030D-6E8A-4147-A177-3AD203B41FA5}">
                      <a16:colId xmlns:a16="http://schemas.microsoft.com/office/drawing/2014/main" val="2152502544"/>
                    </a:ext>
                  </a:extLst>
                </a:gridCol>
                <a:gridCol w="1783117">
                  <a:extLst>
                    <a:ext uri="{9D8B030D-6E8A-4147-A177-3AD203B41FA5}">
                      <a16:colId xmlns:a16="http://schemas.microsoft.com/office/drawing/2014/main" val="298113524"/>
                    </a:ext>
                  </a:extLst>
                </a:gridCol>
              </a:tblGrid>
              <a:tr h="419319">
                <a:tc>
                  <a:txBody>
                    <a:bodyPr/>
                    <a:lstStyle/>
                    <a:p>
                      <a:pPr algn="ctr">
                        <a:lnSpc>
                          <a:spcPct val="150000"/>
                        </a:lnSpc>
                      </a:pPr>
                      <a:r>
                        <a:rPr lang="en-US" sz="1600" dirty="0">
                          <a:solidFill>
                            <a:srgbClr val="000000"/>
                          </a:solidFill>
                        </a:rPr>
                        <a:t>No.</a:t>
                      </a:r>
                      <a:endParaRPr lang="en-US" sz="1600" dirty="0">
                        <a:solidFill>
                          <a:srgbClr val="000000"/>
                        </a:solidFill>
                        <a:latin typeface="+mn-lt"/>
                      </a:endParaRPr>
                    </a:p>
                  </a:txBody>
                  <a:tcPr/>
                </a:tc>
                <a:tc>
                  <a:txBody>
                    <a:bodyPr/>
                    <a:lstStyle/>
                    <a:p>
                      <a:pPr algn="l">
                        <a:buNone/>
                      </a:pPr>
                      <a:r>
                        <a:rPr lang="en-US" sz="1600" cap="all" dirty="0">
                          <a:solidFill>
                            <a:srgbClr val="000000"/>
                          </a:solidFill>
                          <a:effectLst/>
                        </a:rPr>
                        <a:t>Field Name</a:t>
                      </a:r>
                      <a:endParaRPr lang="en-US" sz="1600" cap="all" dirty="0">
                        <a:solidFill>
                          <a:srgbClr val="000000"/>
                        </a:solidFill>
                        <a:effectLst/>
                        <a:latin typeface="+mn-lt"/>
                      </a:endParaRPr>
                    </a:p>
                  </a:txBody>
                  <a:tcPr marL="106680" marR="106680" marT="106680" marB="106680" anchor="ctr"/>
                </a:tc>
                <a:tc>
                  <a:txBody>
                    <a:bodyPr/>
                    <a:lstStyle/>
                    <a:p>
                      <a:pPr algn="l">
                        <a:buNone/>
                      </a:pPr>
                      <a:r>
                        <a:rPr lang="en-US" sz="1600" cap="all" dirty="0">
                          <a:solidFill>
                            <a:srgbClr val="000000"/>
                          </a:solidFill>
                          <a:effectLst/>
                        </a:rPr>
                        <a:t>Data Type</a:t>
                      </a:r>
                      <a:endParaRPr lang="en-US" sz="1600" cap="all" dirty="0">
                        <a:solidFill>
                          <a:srgbClr val="000000"/>
                        </a:solidFill>
                        <a:effectLst/>
                        <a:latin typeface="+mn-lt"/>
                      </a:endParaRPr>
                    </a:p>
                  </a:txBody>
                  <a:tcPr marL="106680" marR="106680" marT="106680" marB="106680" anchor="ctr"/>
                </a:tc>
                <a:tc>
                  <a:txBody>
                    <a:bodyPr/>
                    <a:lstStyle/>
                    <a:p>
                      <a:pPr algn="l">
                        <a:buNone/>
                      </a:pPr>
                      <a:r>
                        <a:rPr lang="en-US" sz="1600" cap="all" dirty="0">
                          <a:solidFill>
                            <a:srgbClr val="000000"/>
                          </a:solidFill>
                          <a:effectLst/>
                        </a:rPr>
                        <a:t>Size</a:t>
                      </a:r>
                      <a:endParaRPr lang="en-US" sz="1600" cap="all" dirty="0">
                        <a:solidFill>
                          <a:srgbClr val="000000"/>
                        </a:solidFill>
                        <a:effectLst/>
                        <a:latin typeface="+mn-lt"/>
                      </a:endParaRPr>
                    </a:p>
                  </a:txBody>
                  <a:tcPr marL="106680" marR="106680" marT="106680" marB="106680" anchor="ctr"/>
                </a:tc>
                <a:tc>
                  <a:txBody>
                    <a:bodyPr/>
                    <a:lstStyle/>
                    <a:p>
                      <a:pPr algn="l">
                        <a:buNone/>
                      </a:pPr>
                      <a:r>
                        <a:rPr lang="en-US" sz="1600" cap="all" dirty="0">
                          <a:solidFill>
                            <a:srgbClr val="000000"/>
                          </a:solidFill>
                          <a:effectLst/>
                        </a:rPr>
                        <a:t>Constrain</a:t>
                      </a:r>
                      <a:endParaRPr lang="en-US" sz="1600" cap="all" dirty="0">
                        <a:solidFill>
                          <a:srgbClr val="000000"/>
                        </a:solidFill>
                        <a:effectLst/>
                        <a:latin typeface="+mn-lt"/>
                      </a:endParaRPr>
                    </a:p>
                  </a:txBody>
                  <a:tcPr marL="106680" marR="106680" marT="106680" marB="106680" anchor="ctr"/>
                </a:tc>
                <a:tc>
                  <a:txBody>
                    <a:bodyPr/>
                    <a:lstStyle/>
                    <a:p>
                      <a:pPr algn="l">
                        <a:buNone/>
                      </a:pPr>
                      <a:r>
                        <a:rPr lang="en-US" sz="1600" cap="all" dirty="0">
                          <a:solidFill>
                            <a:srgbClr val="000000"/>
                          </a:solidFill>
                          <a:effectLst/>
                        </a:rPr>
                        <a:t>Description</a:t>
                      </a:r>
                      <a:endParaRPr lang="en-US" sz="1600" cap="all" dirty="0">
                        <a:solidFill>
                          <a:srgbClr val="000000"/>
                        </a:solidFill>
                        <a:effectLst/>
                        <a:latin typeface="+mn-lt"/>
                      </a:endParaRPr>
                    </a:p>
                  </a:txBody>
                  <a:tcPr marL="106680" marR="106680" marT="106680" marB="106680" anchor="ctr"/>
                </a:tc>
                <a:extLst>
                  <a:ext uri="{0D108BD9-81ED-4DB2-BD59-A6C34878D82A}">
                    <a16:rowId xmlns:a16="http://schemas.microsoft.com/office/drawing/2014/main" val="1784366061"/>
                  </a:ext>
                </a:extLst>
              </a:tr>
              <a:tr h="419319">
                <a:tc>
                  <a:txBody>
                    <a:bodyPr/>
                    <a:lstStyle/>
                    <a:p>
                      <a:pPr algn="ctr">
                        <a:buNone/>
                      </a:pPr>
                      <a:r>
                        <a:rPr lang="en-US" sz="1600" dirty="0">
                          <a:solidFill>
                            <a:schemeClr val="tx1"/>
                          </a:solidFill>
                          <a:effectLst/>
                        </a:rPr>
                        <a:t>1.</a:t>
                      </a:r>
                      <a:endParaRPr lang="en-US" sz="1600" dirty="0">
                        <a:solidFill>
                          <a:schemeClr val="tx1"/>
                        </a:solidFill>
                        <a:effectLst/>
                        <a:latin typeface="+mn-lt"/>
                      </a:endParaRPr>
                    </a:p>
                  </a:txBody>
                  <a:tcPr marT="91440" marB="91440" anchor="ctr"/>
                </a:tc>
                <a:tc>
                  <a:txBody>
                    <a:bodyPr/>
                    <a:lstStyle/>
                    <a:p>
                      <a:pPr>
                        <a:buNone/>
                      </a:pPr>
                      <a:r>
                        <a:rPr lang="en-US" sz="1600" b="1" dirty="0">
                          <a:solidFill>
                            <a:schemeClr val="tx1"/>
                          </a:solidFill>
                          <a:effectLst/>
                        </a:rPr>
                        <a:t>id</a:t>
                      </a:r>
                      <a:endParaRPr lang="en-US" sz="1600" b="1" dirty="0">
                        <a:solidFill>
                          <a:schemeClr val="tx1"/>
                        </a:solidFill>
                        <a:effectLst/>
                        <a:latin typeface="+mn-lt"/>
                      </a:endParaRPr>
                    </a:p>
                  </a:txBody>
                  <a:tcPr marT="91440" marB="91440" anchor="ctr"/>
                </a:tc>
                <a:tc>
                  <a:txBody>
                    <a:bodyPr/>
                    <a:lstStyle/>
                    <a:p>
                      <a:pPr>
                        <a:buNone/>
                      </a:pPr>
                      <a:r>
                        <a:rPr lang="en-US" sz="1600" dirty="0" err="1">
                          <a:solidFill>
                            <a:schemeClr val="tx1"/>
                          </a:solidFill>
                          <a:effectLst/>
                        </a:rPr>
                        <a:t>BigInt</a:t>
                      </a:r>
                      <a:endParaRPr lang="en-US" sz="1600" dirty="0">
                        <a:solidFill>
                          <a:schemeClr val="tx1"/>
                        </a:solidFill>
                        <a:effectLst/>
                        <a:latin typeface="+mn-lt"/>
                      </a:endParaRPr>
                    </a:p>
                  </a:txBody>
                  <a:tcPr marT="91440" marB="91440" anchor="ctr"/>
                </a:tc>
                <a:tc>
                  <a:txBody>
                    <a:bodyPr/>
                    <a:lstStyle/>
                    <a:p>
                      <a:pPr>
                        <a:buNone/>
                      </a:pPr>
                      <a:r>
                        <a:rPr lang="en-US" sz="1600" dirty="0">
                          <a:solidFill>
                            <a:schemeClr val="tx1"/>
                          </a:solidFill>
                          <a:effectLst/>
                        </a:rPr>
                        <a:t>20</a:t>
                      </a:r>
                      <a:endParaRPr lang="en-US" sz="1600" dirty="0">
                        <a:solidFill>
                          <a:schemeClr val="tx1"/>
                        </a:solidFill>
                        <a:effectLst/>
                        <a:latin typeface="+mn-lt"/>
                      </a:endParaRPr>
                    </a:p>
                  </a:txBody>
                  <a:tcPr marT="91440" marB="91440" anchor="ctr"/>
                </a:tc>
                <a:tc>
                  <a:txBody>
                    <a:bodyPr/>
                    <a:lstStyle/>
                    <a:p>
                      <a:pPr>
                        <a:buNone/>
                      </a:pPr>
                      <a:r>
                        <a:rPr lang="en-US" sz="1600" dirty="0">
                          <a:solidFill>
                            <a:schemeClr val="tx1"/>
                          </a:solidFill>
                          <a:effectLst/>
                        </a:rPr>
                        <a:t>Primary Key, AI</a:t>
                      </a:r>
                      <a:endParaRPr lang="en-US" sz="1600" dirty="0">
                        <a:solidFill>
                          <a:schemeClr val="tx1"/>
                        </a:solidFill>
                        <a:effectLst/>
                        <a:latin typeface="+mn-lt"/>
                      </a:endParaRPr>
                    </a:p>
                  </a:txBody>
                  <a:tcPr marT="91440" marB="91440" anchor="ctr"/>
                </a:tc>
                <a:tc>
                  <a:txBody>
                    <a:bodyPr/>
                    <a:lstStyle/>
                    <a:p>
                      <a:pPr>
                        <a:buNone/>
                      </a:pPr>
                      <a:r>
                        <a:rPr lang="en-US" sz="1600" dirty="0">
                          <a:solidFill>
                            <a:schemeClr val="tx1"/>
                          </a:solidFill>
                          <a:effectLst/>
                        </a:rPr>
                        <a:t>Order reference number</a:t>
                      </a:r>
                      <a:endParaRPr lang="en-US" sz="1600" dirty="0">
                        <a:solidFill>
                          <a:schemeClr val="tx1"/>
                        </a:solidFill>
                        <a:effectLst/>
                        <a:latin typeface="+mn-lt"/>
                      </a:endParaRPr>
                    </a:p>
                  </a:txBody>
                  <a:tcPr marT="91440" marB="91440" anchor="ctr"/>
                </a:tc>
                <a:extLst>
                  <a:ext uri="{0D108BD9-81ED-4DB2-BD59-A6C34878D82A}">
                    <a16:rowId xmlns:a16="http://schemas.microsoft.com/office/drawing/2014/main" val="1913191304"/>
                  </a:ext>
                </a:extLst>
              </a:tr>
              <a:tr h="419319">
                <a:tc>
                  <a:txBody>
                    <a:bodyPr/>
                    <a:lstStyle/>
                    <a:p>
                      <a:pPr algn="ctr">
                        <a:buNone/>
                      </a:pPr>
                      <a:r>
                        <a:rPr lang="en-US" sz="1600" dirty="0">
                          <a:solidFill>
                            <a:schemeClr val="tx1"/>
                          </a:solidFill>
                          <a:effectLst/>
                        </a:rPr>
                        <a:t>2.</a:t>
                      </a:r>
                      <a:endParaRPr lang="en-US" sz="1600" dirty="0">
                        <a:solidFill>
                          <a:schemeClr val="tx1"/>
                        </a:solidFill>
                        <a:effectLst/>
                        <a:latin typeface="+mn-lt"/>
                      </a:endParaRPr>
                    </a:p>
                  </a:txBody>
                  <a:tcPr marT="91440" marB="91440" anchor="ctr"/>
                </a:tc>
                <a:tc>
                  <a:txBody>
                    <a:bodyPr/>
                    <a:lstStyle/>
                    <a:p>
                      <a:pPr>
                        <a:buNone/>
                      </a:pPr>
                      <a:r>
                        <a:rPr lang="en-US" sz="1600" b="1">
                          <a:solidFill>
                            <a:schemeClr val="tx1"/>
                          </a:solidFill>
                          <a:effectLst/>
                        </a:rPr>
                        <a:t>user_id</a:t>
                      </a:r>
                      <a:endParaRPr lang="en-US" sz="1600" b="1">
                        <a:solidFill>
                          <a:schemeClr val="tx1"/>
                        </a:solidFill>
                        <a:effectLst/>
                        <a:latin typeface="+mn-lt"/>
                      </a:endParaRPr>
                    </a:p>
                  </a:txBody>
                  <a:tcPr marT="91440" marB="91440" anchor="ctr"/>
                </a:tc>
                <a:tc>
                  <a:txBody>
                    <a:bodyPr/>
                    <a:lstStyle/>
                    <a:p>
                      <a:pPr>
                        <a:buNone/>
                      </a:pPr>
                      <a:r>
                        <a:rPr lang="en-US" sz="1600">
                          <a:solidFill>
                            <a:schemeClr val="tx1"/>
                          </a:solidFill>
                          <a:effectLst/>
                        </a:rPr>
                        <a:t>BigInt</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20</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Foreign Key</a:t>
                      </a:r>
                      <a:endParaRPr lang="en-US" sz="1600">
                        <a:solidFill>
                          <a:schemeClr val="tx1"/>
                        </a:solidFill>
                        <a:effectLst/>
                        <a:latin typeface="+mn-lt"/>
                      </a:endParaRPr>
                    </a:p>
                  </a:txBody>
                  <a:tcPr marT="91440" marB="91440" anchor="ctr"/>
                </a:tc>
                <a:tc>
                  <a:txBody>
                    <a:bodyPr/>
                    <a:lstStyle/>
                    <a:p>
                      <a:pPr>
                        <a:buNone/>
                      </a:pPr>
                      <a:r>
                        <a:rPr lang="en-US" sz="1600" dirty="0">
                          <a:solidFill>
                            <a:schemeClr val="tx1"/>
                          </a:solidFill>
                          <a:effectLst/>
                        </a:rPr>
                        <a:t>The ordering customer</a:t>
                      </a:r>
                      <a:endParaRPr lang="en-US" sz="1600" dirty="0">
                        <a:solidFill>
                          <a:schemeClr val="tx1"/>
                        </a:solidFill>
                        <a:effectLst/>
                        <a:latin typeface="+mn-lt"/>
                      </a:endParaRPr>
                    </a:p>
                  </a:txBody>
                  <a:tcPr marT="91440" marB="91440" anchor="ctr"/>
                </a:tc>
                <a:extLst>
                  <a:ext uri="{0D108BD9-81ED-4DB2-BD59-A6C34878D82A}">
                    <a16:rowId xmlns:a16="http://schemas.microsoft.com/office/drawing/2014/main" val="525501540"/>
                  </a:ext>
                </a:extLst>
              </a:tr>
              <a:tr h="419319">
                <a:tc>
                  <a:txBody>
                    <a:bodyPr/>
                    <a:lstStyle/>
                    <a:p>
                      <a:pPr algn="ctr">
                        <a:buNone/>
                      </a:pPr>
                      <a:r>
                        <a:rPr lang="en-US" sz="1600" dirty="0">
                          <a:solidFill>
                            <a:schemeClr val="tx1"/>
                          </a:solidFill>
                          <a:effectLst/>
                        </a:rPr>
                        <a:t>3.</a:t>
                      </a:r>
                      <a:endParaRPr lang="en-US" sz="1600" dirty="0">
                        <a:solidFill>
                          <a:schemeClr val="tx1"/>
                        </a:solidFill>
                        <a:effectLst/>
                        <a:latin typeface="+mn-lt"/>
                      </a:endParaRPr>
                    </a:p>
                  </a:txBody>
                  <a:tcPr marT="91440" marB="91440" anchor="ctr"/>
                </a:tc>
                <a:tc>
                  <a:txBody>
                    <a:bodyPr/>
                    <a:lstStyle/>
                    <a:p>
                      <a:pPr>
                        <a:buNone/>
                      </a:pPr>
                      <a:r>
                        <a:rPr lang="en-US" sz="1600" b="1">
                          <a:solidFill>
                            <a:schemeClr val="tx1"/>
                          </a:solidFill>
                          <a:effectLst/>
                        </a:rPr>
                        <a:t>total_amount</a:t>
                      </a:r>
                      <a:endParaRPr lang="en-US" sz="1600" b="1">
                        <a:solidFill>
                          <a:schemeClr val="tx1"/>
                        </a:solidFill>
                        <a:effectLst/>
                        <a:latin typeface="+mn-lt"/>
                      </a:endParaRPr>
                    </a:p>
                  </a:txBody>
                  <a:tcPr marT="91440" marB="91440" anchor="ctr"/>
                </a:tc>
                <a:tc>
                  <a:txBody>
                    <a:bodyPr/>
                    <a:lstStyle/>
                    <a:p>
                      <a:pPr>
                        <a:buNone/>
                      </a:pPr>
                      <a:r>
                        <a:rPr lang="en-US" sz="1600">
                          <a:solidFill>
                            <a:schemeClr val="tx1"/>
                          </a:solidFill>
                          <a:effectLst/>
                        </a:rPr>
                        <a:t>Decimal</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10,2</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Not Null</a:t>
                      </a:r>
                      <a:endParaRPr lang="en-US" sz="1600">
                        <a:solidFill>
                          <a:schemeClr val="tx1"/>
                        </a:solidFill>
                        <a:effectLst/>
                        <a:latin typeface="+mn-lt"/>
                      </a:endParaRPr>
                    </a:p>
                  </a:txBody>
                  <a:tcPr marT="91440" marB="91440" anchor="ctr"/>
                </a:tc>
                <a:tc>
                  <a:txBody>
                    <a:bodyPr/>
                    <a:lstStyle/>
                    <a:p>
                      <a:pPr>
                        <a:buNone/>
                      </a:pPr>
                      <a:r>
                        <a:rPr lang="en-US" sz="1600" dirty="0">
                          <a:solidFill>
                            <a:schemeClr val="tx1"/>
                          </a:solidFill>
                          <a:effectLst/>
                        </a:rPr>
                        <a:t>Base amount</a:t>
                      </a:r>
                      <a:endParaRPr lang="en-US" sz="1600" dirty="0">
                        <a:solidFill>
                          <a:schemeClr val="tx1"/>
                        </a:solidFill>
                        <a:effectLst/>
                        <a:latin typeface="+mn-lt"/>
                      </a:endParaRPr>
                    </a:p>
                  </a:txBody>
                  <a:tcPr marT="91440" marB="91440" anchor="ctr"/>
                </a:tc>
                <a:extLst>
                  <a:ext uri="{0D108BD9-81ED-4DB2-BD59-A6C34878D82A}">
                    <a16:rowId xmlns:a16="http://schemas.microsoft.com/office/drawing/2014/main" val="2080477458"/>
                  </a:ext>
                </a:extLst>
              </a:tr>
              <a:tr h="419319">
                <a:tc>
                  <a:txBody>
                    <a:bodyPr/>
                    <a:lstStyle/>
                    <a:p>
                      <a:pPr algn="ctr">
                        <a:buNone/>
                      </a:pPr>
                      <a:r>
                        <a:rPr lang="en-US" sz="1600" dirty="0">
                          <a:solidFill>
                            <a:schemeClr val="tx1"/>
                          </a:solidFill>
                          <a:effectLst/>
                        </a:rPr>
                        <a:t>4.</a:t>
                      </a:r>
                      <a:endParaRPr lang="en-US" sz="1600" dirty="0">
                        <a:solidFill>
                          <a:schemeClr val="tx1"/>
                        </a:solidFill>
                        <a:effectLst/>
                        <a:latin typeface="+mn-lt"/>
                      </a:endParaRPr>
                    </a:p>
                  </a:txBody>
                  <a:tcPr marT="91440" marB="91440" anchor="ctr"/>
                </a:tc>
                <a:tc>
                  <a:txBody>
                    <a:bodyPr/>
                    <a:lstStyle/>
                    <a:p>
                      <a:pPr>
                        <a:buNone/>
                      </a:pPr>
                      <a:r>
                        <a:rPr lang="en-US" sz="1600" b="1">
                          <a:solidFill>
                            <a:schemeClr val="tx1"/>
                          </a:solidFill>
                          <a:effectLst/>
                        </a:rPr>
                        <a:t>final_amount</a:t>
                      </a:r>
                      <a:endParaRPr lang="en-US" sz="1600" b="1">
                        <a:solidFill>
                          <a:schemeClr val="tx1"/>
                        </a:solidFill>
                        <a:effectLst/>
                        <a:latin typeface="+mn-lt"/>
                      </a:endParaRPr>
                    </a:p>
                  </a:txBody>
                  <a:tcPr marT="91440" marB="91440" anchor="ctr"/>
                </a:tc>
                <a:tc>
                  <a:txBody>
                    <a:bodyPr/>
                    <a:lstStyle/>
                    <a:p>
                      <a:pPr>
                        <a:buNone/>
                      </a:pPr>
                      <a:r>
                        <a:rPr lang="en-US" sz="1600">
                          <a:solidFill>
                            <a:schemeClr val="tx1"/>
                          </a:solidFill>
                          <a:effectLst/>
                        </a:rPr>
                        <a:t>Decimal</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10,2</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Not Null</a:t>
                      </a:r>
                      <a:endParaRPr lang="en-US" sz="1600">
                        <a:solidFill>
                          <a:schemeClr val="tx1"/>
                        </a:solidFill>
                        <a:effectLst/>
                        <a:latin typeface="+mn-lt"/>
                      </a:endParaRPr>
                    </a:p>
                  </a:txBody>
                  <a:tcPr marT="91440" marB="91440" anchor="ctr"/>
                </a:tc>
                <a:tc>
                  <a:txBody>
                    <a:bodyPr/>
                    <a:lstStyle/>
                    <a:p>
                      <a:pPr>
                        <a:buNone/>
                      </a:pPr>
                      <a:r>
                        <a:rPr lang="en-US" sz="1600" dirty="0">
                          <a:solidFill>
                            <a:schemeClr val="tx1"/>
                          </a:solidFill>
                          <a:effectLst/>
                        </a:rPr>
                        <a:t>Amount after tax/charges</a:t>
                      </a:r>
                      <a:endParaRPr lang="en-US" sz="1600" dirty="0">
                        <a:solidFill>
                          <a:schemeClr val="tx1"/>
                        </a:solidFill>
                        <a:effectLst/>
                        <a:latin typeface="+mn-lt"/>
                      </a:endParaRPr>
                    </a:p>
                  </a:txBody>
                  <a:tcPr marT="91440" marB="91440" anchor="ctr"/>
                </a:tc>
                <a:extLst>
                  <a:ext uri="{0D108BD9-81ED-4DB2-BD59-A6C34878D82A}">
                    <a16:rowId xmlns:a16="http://schemas.microsoft.com/office/drawing/2014/main" val="808685329"/>
                  </a:ext>
                </a:extLst>
              </a:tr>
              <a:tr h="419319">
                <a:tc>
                  <a:txBody>
                    <a:bodyPr/>
                    <a:lstStyle/>
                    <a:p>
                      <a:pPr algn="ctr">
                        <a:buNone/>
                      </a:pPr>
                      <a:r>
                        <a:rPr lang="en-US" sz="1600" dirty="0">
                          <a:solidFill>
                            <a:schemeClr val="tx1"/>
                          </a:solidFill>
                          <a:effectLst/>
                        </a:rPr>
                        <a:t>5.</a:t>
                      </a:r>
                      <a:endParaRPr lang="en-US" sz="1600" dirty="0">
                        <a:solidFill>
                          <a:schemeClr val="tx1"/>
                        </a:solidFill>
                        <a:effectLst/>
                        <a:latin typeface="+mn-lt"/>
                      </a:endParaRPr>
                    </a:p>
                  </a:txBody>
                  <a:tcPr marT="91440" marB="91440" anchor="ctr"/>
                </a:tc>
                <a:tc>
                  <a:txBody>
                    <a:bodyPr/>
                    <a:lstStyle/>
                    <a:p>
                      <a:pPr>
                        <a:buNone/>
                      </a:pPr>
                      <a:r>
                        <a:rPr lang="en-US" sz="1600" b="1">
                          <a:solidFill>
                            <a:schemeClr val="tx1"/>
                          </a:solidFill>
                          <a:effectLst/>
                        </a:rPr>
                        <a:t>status</a:t>
                      </a:r>
                      <a:endParaRPr lang="en-US" sz="1600" b="1">
                        <a:solidFill>
                          <a:schemeClr val="tx1"/>
                        </a:solidFill>
                        <a:effectLst/>
                        <a:latin typeface="+mn-lt"/>
                      </a:endParaRPr>
                    </a:p>
                  </a:txBody>
                  <a:tcPr marT="91440" marB="91440" anchor="ctr"/>
                </a:tc>
                <a:tc>
                  <a:txBody>
                    <a:bodyPr/>
                    <a:lstStyle/>
                    <a:p>
                      <a:pPr>
                        <a:buNone/>
                      </a:pPr>
                      <a:r>
                        <a:rPr lang="en-US" sz="1600">
                          <a:solidFill>
                            <a:schemeClr val="tx1"/>
                          </a:solidFill>
                          <a:effectLst/>
                        </a:rPr>
                        <a:t>Enum</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a:t>
                      </a:r>
                      <a:endParaRPr lang="en-US" sz="1600">
                        <a:solidFill>
                          <a:schemeClr val="tx1"/>
                        </a:solidFill>
                        <a:effectLst/>
                        <a:latin typeface="+mn-lt"/>
                      </a:endParaRPr>
                    </a:p>
                  </a:txBody>
                  <a:tcPr marT="91440" marB="91440" anchor="ctr"/>
                </a:tc>
                <a:tc>
                  <a:txBody>
                    <a:bodyPr/>
                    <a:lstStyle/>
                    <a:p>
                      <a:pPr>
                        <a:buNone/>
                      </a:pPr>
                      <a:r>
                        <a:rPr lang="en-US" sz="1600">
                          <a:solidFill>
                            <a:schemeClr val="tx1"/>
                          </a:solidFill>
                          <a:effectLst/>
                        </a:rPr>
                        <a:t>Default prep</a:t>
                      </a:r>
                      <a:endParaRPr lang="en-US" sz="1600">
                        <a:solidFill>
                          <a:schemeClr val="tx1"/>
                        </a:solidFill>
                        <a:effectLst/>
                        <a:latin typeface="+mn-lt"/>
                      </a:endParaRPr>
                    </a:p>
                  </a:txBody>
                  <a:tcPr marT="91440" marB="91440" anchor="ctr"/>
                </a:tc>
                <a:tc>
                  <a:txBody>
                    <a:bodyPr/>
                    <a:lstStyle/>
                    <a:p>
                      <a:pPr>
                        <a:buNone/>
                      </a:pPr>
                      <a:r>
                        <a:rPr lang="en-US" sz="1600" dirty="0">
                          <a:solidFill>
                            <a:schemeClr val="tx1"/>
                          </a:solidFill>
                          <a:effectLst/>
                        </a:rPr>
                        <a:t>Lifecycle of the order</a:t>
                      </a:r>
                      <a:endParaRPr lang="en-US" sz="1600" dirty="0">
                        <a:solidFill>
                          <a:schemeClr val="tx1"/>
                        </a:solidFill>
                        <a:effectLst/>
                        <a:latin typeface="+mn-lt"/>
                      </a:endParaRPr>
                    </a:p>
                  </a:txBody>
                  <a:tcPr marT="91440" marB="91440" anchor="ctr"/>
                </a:tc>
                <a:extLst>
                  <a:ext uri="{0D108BD9-81ED-4DB2-BD59-A6C34878D82A}">
                    <a16:rowId xmlns:a16="http://schemas.microsoft.com/office/drawing/2014/main" val="2367210734"/>
                  </a:ext>
                </a:extLst>
              </a:tr>
            </a:tbl>
          </a:graphicData>
        </a:graphic>
      </p:graphicFrame>
      <p:sp>
        <p:nvSpPr>
          <p:cNvPr id="4" name="TextBox 3">
            <a:extLst>
              <a:ext uri="{FF2B5EF4-FFF2-40B4-BE49-F238E27FC236}">
                <a16:creationId xmlns:a16="http://schemas.microsoft.com/office/drawing/2014/main" id="{E1029C87-79FB-734D-0C72-789BF0F4F87C}"/>
              </a:ext>
            </a:extLst>
          </p:cNvPr>
          <p:cNvSpPr txBox="1"/>
          <p:nvPr/>
        </p:nvSpPr>
        <p:spPr>
          <a:xfrm>
            <a:off x="1372759" y="1540093"/>
            <a:ext cx="6417609" cy="369332"/>
          </a:xfrm>
          <a:prstGeom prst="rect">
            <a:avLst/>
          </a:prstGeom>
          <a:noFill/>
        </p:spPr>
        <p:txBody>
          <a:bodyPr wrap="square" rtlCol="0">
            <a:spAutoFit/>
          </a:bodyPr>
          <a:lstStyle/>
          <a:p>
            <a:pPr algn="ctr"/>
            <a:r>
              <a:rPr lang="en-US" dirty="0"/>
              <a:t>It stores finalized order transactions and delivery details.</a:t>
            </a:r>
            <a:endParaRPr lang="en-US" sz="1200" dirty="0"/>
          </a:p>
        </p:txBody>
      </p:sp>
    </p:spTree>
    <p:extLst>
      <p:ext uri="{BB962C8B-B14F-4D97-AF65-F5344CB8AC3E}">
        <p14:creationId xmlns:p14="http://schemas.microsoft.com/office/powerpoint/2010/main" val="2386227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BFF2C-FECD-4121-A5E1-BE7FE24390B3}"/>
              </a:ext>
            </a:extLst>
          </p:cNvPr>
          <p:cNvSpPr txBox="1">
            <a:spLocks/>
          </p:cNvSpPr>
          <p:nvPr/>
        </p:nvSpPr>
        <p:spPr>
          <a:xfrm>
            <a:off x="1354098" y="897232"/>
            <a:ext cx="2301929" cy="57236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t>7. bills</a:t>
            </a:r>
          </a:p>
        </p:txBody>
      </p:sp>
      <p:graphicFrame>
        <p:nvGraphicFramePr>
          <p:cNvPr id="3" name="Table 2">
            <a:extLst>
              <a:ext uri="{FF2B5EF4-FFF2-40B4-BE49-F238E27FC236}">
                <a16:creationId xmlns:a16="http://schemas.microsoft.com/office/drawing/2014/main" id="{90644F6E-5E73-663C-3104-77DC6FEA70E2}"/>
              </a:ext>
            </a:extLst>
          </p:cNvPr>
          <p:cNvGraphicFramePr>
            <a:graphicFrameLocks noGrp="1"/>
          </p:cNvGraphicFramePr>
          <p:nvPr>
            <p:extLst>
              <p:ext uri="{D42A27DB-BD31-4B8C-83A1-F6EECF244321}">
                <p14:modId xmlns:p14="http://schemas.microsoft.com/office/powerpoint/2010/main" val="3837741622"/>
              </p:ext>
            </p:extLst>
          </p:nvPr>
        </p:nvGraphicFramePr>
        <p:xfrm>
          <a:off x="1354098" y="2191935"/>
          <a:ext cx="9105519" cy="3810000"/>
        </p:xfrm>
        <a:graphic>
          <a:graphicData uri="http://schemas.openxmlformats.org/drawingml/2006/table">
            <a:tbl>
              <a:tblPr firstRow="1" bandRow="1">
                <a:tableStyleId>{BC89EF96-8CEA-46FF-86C4-4CE0E7609802}</a:tableStyleId>
              </a:tblPr>
              <a:tblGrid>
                <a:gridCol w="1365021">
                  <a:extLst>
                    <a:ext uri="{9D8B030D-6E8A-4147-A177-3AD203B41FA5}">
                      <a16:colId xmlns:a16="http://schemas.microsoft.com/office/drawing/2014/main" val="3138830577"/>
                    </a:ext>
                  </a:extLst>
                </a:gridCol>
                <a:gridCol w="1753938">
                  <a:extLst>
                    <a:ext uri="{9D8B030D-6E8A-4147-A177-3AD203B41FA5}">
                      <a16:colId xmlns:a16="http://schemas.microsoft.com/office/drawing/2014/main" val="1884393842"/>
                    </a:ext>
                  </a:extLst>
                </a:gridCol>
                <a:gridCol w="1365021">
                  <a:extLst>
                    <a:ext uri="{9D8B030D-6E8A-4147-A177-3AD203B41FA5}">
                      <a16:colId xmlns:a16="http://schemas.microsoft.com/office/drawing/2014/main" val="1941447081"/>
                    </a:ext>
                  </a:extLst>
                </a:gridCol>
                <a:gridCol w="1365021">
                  <a:extLst>
                    <a:ext uri="{9D8B030D-6E8A-4147-A177-3AD203B41FA5}">
                      <a16:colId xmlns:a16="http://schemas.microsoft.com/office/drawing/2014/main" val="1646753378"/>
                    </a:ext>
                  </a:extLst>
                </a:gridCol>
                <a:gridCol w="1530015">
                  <a:extLst>
                    <a:ext uri="{9D8B030D-6E8A-4147-A177-3AD203B41FA5}">
                      <a16:colId xmlns:a16="http://schemas.microsoft.com/office/drawing/2014/main" val="2152502544"/>
                    </a:ext>
                  </a:extLst>
                </a:gridCol>
                <a:gridCol w="1726503">
                  <a:extLst>
                    <a:ext uri="{9D8B030D-6E8A-4147-A177-3AD203B41FA5}">
                      <a16:colId xmlns:a16="http://schemas.microsoft.com/office/drawing/2014/main" val="298113524"/>
                    </a:ext>
                  </a:extLst>
                </a:gridCol>
              </a:tblGrid>
              <a:tr h="419319">
                <a:tc>
                  <a:txBody>
                    <a:bodyPr/>
                    <a:lstStyle/>
                    <a:p>
                      <a:pPr algn="ctr">
                        <a:lnSpc>
                          <a:spcPct val="150000"/>
                        </a:lnSpc>
                      </a:pPr>
                      <a:r>
                        <a:rPr lang="en-US" sz="1600" dirty="0">
                          <a:solidFill>
                            <a:srgbClr val="000000"/>
                          </a:solidFill>
                        </a:rPr>
                        <a:t>No.</a:t>
                      </a:r>
                    </a:p>
                  </a:txBody>
                  <a:tcPr/>
                </a:tc>
                <a:tc>
                  <a:txBody>
                    <a:bodyPr/>
                    <a:lstStyle/>
                    <a:p>
                      <a:pPr algn="l">
                        <a:buNone/>
                      </a:pPr>
                      <a:r>
                        <a:rPr lang="en-US" sz="1600" cap="all" dirty="0">
                          <a:solidFill>
                            <a:srgbClr val="000000"/>
                          </a:solidFill>
                          <a:effectLst/>
                        </a:rPr>
                        <a:t>Field Name</a:t>
                      </a:r>
                    </a:p>
                  </a:txBody>
                  <a:tcPr marL="106680" marR="106680" marT="106680" marB="106680" anchor="ctr"/>
                </a:tc>
                <a:tc>
                  <a:txBody>
                    <a:bodyPr/>
                    <a:lstStyle/>
                    <a:p>
                      <a:pPr algn="l">
                        <a:buNone/>
                      </a:pPr>
                      <a:r>
                        <a:rPr lang="en-US" sz="1600" cap="all" dirty="0">
                          <a:solidFill>
                            <a:srgbClr val="000000"/>
                          </a:solidFill>
                          <a:effectLst/>
                        </a:rPr>
                        <a:t>Data Type</a:t>
                      </a:r>
                    </a:p>
                  </a:txBody>
                  <a:tcPr marL="106680" marR="106680" marT="106680" marB="106680" anchor="ctr"/>
                </a:tc>
                <a:tc>
                  <a:txBody>
                    <a:bodyPr/>
                    <a:lstStyle/>
                    <a:p>
                      <a:pPr algn="l">
                        <a:buNone/>
                      </a:pPr>
                      <a:r>
                        <a:rPr lang="en-US" sz="1600" cap="all" dirty="0">
                          <a:solidFill>
                            <a:srgbClr val="000000"/>
                          </a:solidFill>
                          <a:effectLst/>
                        </a:rPr>
                        <a:t>Size</a:t>
                      </a:r>
                    </a:p>
                  </a:txBody>
                  <a:tcPr marL="106680" marR="106680" marT="106680" marB="106680" anchor="ctr"/>
                </a:tc>
                <a:tc>
                  <a:txBody>
                    <a:bodyPr/>
                    <a:lstStyle/>
                    <a:p>
                      <a:pPr algn="l">
                        <a:buNone/>
                      </a:pPr>
                      <a:r>
                        <a:rPr lang="en-US" sz="1600" cap="all" dirty="0">
                          <a:solidFill>
                            <a:srgbClr val="000000"/>
                          </a:solidFill>
                          <a:effectLst/>
                        </a:rPr>
                        <a:t>Constrain</a:t>
                      </a:r>
                    </a:p>
                  </a:txBody>
                  <a:tcPr marL="106680" marR="106680" marT="106680" marB="106680" anchor="ctr"/>
                </a:tc>
                <a:tc>
                  <a:txBody>
                    <a:bodyPr/>
                    <a:lstStyle/>
                    <a:p>
                      <a:pPr algn="l">
                        <a:buNone/>
                      </a:pPr>
                      <a:r>
                        <a:rPr lang="en-US" sz="1600" cap="all" dirty="0">
                          <a:solidFill>
                            <a:srgbClr val="000000"/>
                          </a:solidFill>
                          <a:effectLst/>
                        </a:rPr>
                        <a:t>Description</a:t>
                      </a:r>
                    </a:p>
                  </a:txBody>
                  <a:tcPr marL="106680" marR="106680" marT="106680" marB="106680" anchor="ctr"/>
                </a:tc>
                <a:extLst>
                  <a:ext uri="{0D108BD9-81ED-4DB2-BD59-A6C34878D82A}">
                    <a16:rowId xmlns:a16="http://schemas.microsoft.com/office/drawing/2014/main" val="1784366061"/>
                  </a:ext>
                </a:extLst>
              </a:tr>
              <a:tr h="419319">
                <a:tc>
                  <a:txBody>
                    <a:bodyPr/>
                    <a:lstStyle/>
                    <a:p>
                      <a:pPr algn="ctr">
                        <a:buNone/>
                      </a:pPr>
                      <a:r>
                        <a:rPr lang="en-US" sz="1600" dirty="0">
                          <a:solidFill>
                            <a:schemeClr val="tx1"/>
                          </a:solidFill>
                          <a:effectLst/>
                        </a:rPr>
                        <a:t>1.</a:t>
                      </a:r>
                    </a:p>
                  </a:txBody>
                  <a:tcPr marT="91440" marB="91440" anchor="ctr"/>
                </a:tc>
                <a:tc>
                  <a:txBody>
                    <a:bodyPr/>
                    <a:lstStyle/>
                    <a:p>
                      <a:pPr>
                        <a:buNone/>
                      </a:pPr>
                      <a:r>
                        <a:rPr lang="en-US" sz="1600" b="1" dirty="0">
                          <a:solidFill>
                            <a:schemeClr val="tx1"/>
                          </a:solidFill>
                          <a:effectLst/>
                        </a:rPr>
                        <a:t>id</a:t>
                      </a:r>
                      <a:endParaRPr lang="en-US" sz="1600" b="1" dirty="0">
                        <a:solidFill>
                          <a:schemeClr val="tx1"/>
                        </a:solidFill>
                        <a:effectLst/>
                        <a:latin typeface="+mj-lt"/>
                      </a:endParaRPr>
                    </a:p>
                  </a:txBody>
                  <a:tcPr marT="91440" marB="91440" anchor="ctr"/>
                </a:tc>
                <a:tc>
                  <a:txBody>
                    <a:bodyPr/>
                    <a:lstStyle/>
                    <a:p>
                      <a:pPr>
                        <a:buNone/>
                      </a:pPr>
                      <a:r>
                        <a:rPr lang="en-US" sz="1600">
                          <a:solidFill>
                            <a:schemeClr val="tx1"/>
                          </a:solidFill>
                          <a:effectLst/>
                        </a:rPr>
                        <a:t>BigInt</a:t>
                      </a:r>
                    </a:p>
                  </a:txBody>
                  <a:tcPr marT="91440" marB="91440" anchor="ctr"/>
                </a:tc>
                <a:tc>
                  <a:txBody>
                    <a:bodyPr/>
                    <a:lstStyle/>
                    <a:p>
                      <a:pPr>
                        <a:buNone/>
                      </a:pPr>
                      <a:r>
                        <a:rPr lang="en-US" sz="1600">
                          <a:solidFill>
                            <a:schemeClr val="tx1"/>
                          </a:solidFill>
                          <a:effectLst/>
                        </a:rPr>
                        <a:t>20</a:t>
                      </a:r>
                    </a:p>
                  </a:txBody>
                  <a:tcPr marT="91440" marB="91440" anchor="ctr"/>
                </a:tc>
                <a:tc>
                  <a:txBody>
                    <a:bodyPr/>
                    <a:lstStyle/>
                    <a:p>
                      <a:pPr>
                        <a:buNone/>
                      </a:pPr>
                      <a:r>
                        <a:rPr lang="en-US" sz="1600">
                          <a:solidFill>
                            <a:schemeClr val="tx1"/>
                          </a:solidFill>
                          <a:effectLst/>
                        </a:rPr>
                        <a:t>Primary Key, AI</a:t>
                      </a:r>
                    </a:p>
                  </a:txBody>
                  <a:tcPr marT="91440" marB="91440" anchor="ctr"/>
                </a:tc>
                <a:tc>
                  <a:txBody>
                    <a:bodyPr/>
                    <a:lstStyle/>
                    <a:p>
                      <a:pPr>
                        <a:buNone/>
                      </a:pPr>
                      <a:r>
                        <a:rPr lang="en-US" sz="1600">
                          <a:solidFill>
                            <a:schemeClr val="tx1"/>
                          </a:solidFill>
                          <a:effectLst/>
                        </a:rPr>
                        <a:t>Invoice entry ID</a:t>
                      </a:r>
                    </a:p>
                  </a:txBody>
                  <a:tcPr marT="91440" marB="91440" anchor="ctr"/>
                </a:tc>
                <a:extLst>
                  <a:ext uri="{0D108BD9-81ED-4DB2-BD59-A6C34878D82A}">
                    <a16:rowId xmlns:a16="http://schemas.microsoft.com/office/drawing/2014/main" val="1913191304"/>
                  </a:ext>
                </a:extLst>
              </a:tr>
              <a:tr h="419319">
                <a:tc>
                  <a:txBody>
                    <a:bodyPr/>
                    <a:lstStyle/>
                    <a:p>
                      <a:pPr algn="ctr">
                        <a:buNone/>
                      </a:pPr>
                      <a:r>
                        <a:rPr lang="en-US" sz="1600" dirty="0">
                          <a:solidFill>
                            <a:schemeClr val="tx1"/>
                          </a:solidFill>
                          <a:effectLst/>
                        </a:rPr>
                        <a:t>2.</a:t>
                      </a:r>
                    </a:p>
                  </a:txBody>
                  <a:tcPr marT="91440" marB="91440" anchor="ctr"/>
                </a:tc>
                <a:tc>
                  <a:txBody>
                    <a:bodyPr/>
                    <a:lstStyle/>
                    <a:p>
                      <a:pPr>
                        <a:buNone/>
                      </a:pPr>
                      <a:r>
                        <a:rPr lang="en-US" sz="1600" b="1" dirty="0" err="1">
                          <a:solidFill>
                            <a:schemeClr val="tx1"/>
                          </a:solidFill>
                          <a:effectLst/>
                        </a:rPr>
                        <a:t>order_id</a:t>
                      </a:r>
                      <a:endParaRPr lang="en-US" sz="1600" b="1" dirty="0">
                        <a:solidFill>
                          <a:schemeClr val="tx1"/>
                        </a:solidFill>
                        <a:effectLst/>
                        <a:latin typeface="+mj-lt"/>
                      </a:endParaRPr>
                    </a:p>
                  </a:txBody>
                  <a:tcPr marT="91440" marB="91440" anchor="ctr"/>
                </a:tc>
                <a:tc>
                  <a:txBody>
                    <a:bodyPr/>
                    <a:lstStyle/>
                    <a:p>
                      <a:pPr>
                        <a:buNone/>
                      </a:pPr>
                      <a:r>
                        <a:rPr lang="en-US" sz="1600">
                          <a:solidFill>
                            <a:schemeClr val="tx1"/>
                          </a:solidFill>
                          <a:effectLst/>
                        </a:rPr>
                        <a:t>BigInt</a:t>
                      </a:r>
                    </a:p>
                  </a:txBody>
                  <a:tcPr marT="91440" marB="91440" anchor="ctr"/>
                </a:tc>
                <a:tc>
                  <a:txBody>
                    <a:bodyPr/>
                    <a:lstStyle/>
                    <a:p>
                      <a:pPr>
                        <a:buNone/>
                      </a:pPr>
                      <a:r>
                        <a:rPr lang="en-US" sz="1600">
                          <a:solidFill>
                            <a:schemeClr val="tx1"/>
                          </a:solidFill>
                          <a:effectLst/>
                        </a:rPr>
                        <a:t>20</a:t>
                      </a:r>
                    </a:p>
                  </a:txBody>
                  <a:tcPr marT="91440" marB="91440" anchor="ctr"/>
                </a:tc>
                <a:tc>
                  <a:txBody>
                    <a:bodyPr/>
                    <a:lstStyle/>
                    <a:p>
                      <a:pPr>
                        <a:buNone/>
                      </a:pPr>
                      <a:r>
                        <a:rPr lang="en-US" sz="1600">
                          <a:solidFill>
                            <a:schemeClr val="tx1"/>
                          </a:solidFill>
                          <a:effectLst/>
                        </a:rPr>
                        <a:t>Foreign Key</a:t>
                      </a:r>
                    </a:p>
                  </a:txBody>
                  <a:tcPr marT="91440" marB="91440" anchor="ctr"/>
                </a:tc>
                <a:tc>
                  <a:txBody>
                    <a:bodyPr/>
                    <a:lstStyle/>
                    <a:p>
                      <a:pPr>
                        <a:buNone/>
                      </a:pPr>
                      <a:r>
                        <a:rPr lang="en-US" sz="1600">
                          <a:solidFill>
                            <a:schemeClr val="tx1"/>
                          </a:solidFill>
                          <a:effectLst/>
                        </a:rPr>
                        <a:t>Reference to parent order</a:t>
                      </a:r>
                    </a:p>
                  </a:txBody>
                  <a:tcPr marT="91440" marB="91440" anchor="ctr"/>
                </a:tc>
                <a:extLst>
                  <a:ext uri="{0D108BD9-81ED-4DB2-BD59-A6C34878D82A}">
                    <a16:rowId xmlns:a16="http://schemas.microsoft.com/office/drawing/2014/main" val="525501540"/>
                  </a:ext>
                </a:extLst>
              </a:tr>
              <a:tr h="419319">
                <a:tc>
                  <a:txBody>
                    <a:bodyPr/>
                    <a:lstStyle/>
                    <a:p>
                      <a:pPr algn="ctr">
                        <a:buNone/>
                      </a:pPr>
                      <a:r>
                        <a:rPr lang="en-US" sz="1600" dirty="0">
                          <a:solidFill>
                            <a:schemeClr val="tx1"/>
                          </a:solidFill>
                          <a:effectLst/>
                        </a:rPr>
                        <a:t>3.</a:t>
                      </a:r>
                    </a:p>
                  </a:txBody>
                  <a:tcPr marT="91440" marB="91440" anchor="ctr"/>
                </a:tc>
                <a:tc>
                  <a:txBody>
                    <a:bodyPr/>
                    <a:lstStyle/>
                    <a:p>
                      <a:pPr>
                        <a:buNone/>
                      </a:pPr>
                      <a:r>
                        <a:rPr lang="en-US" sz="1600" b="1" dirty="0" err="1">
                          <a:solidFill>
                            <a:schemeClr val="tx1"/>
                          </a:solidFill>
                          <a:effectLst/>
                        </a:rPr>
                        <a:t>bill_number</a:t>
                      </a:r>
                      <a:endParaRPr lang="en-US" sz="1600" b="1" dirty="0">
                        <a:solidFill>
                          <a:schemeClr val="tx1"/>
                        </a:solidFill>
                        <a:effectLst/>
                        <a:latin typeface="+mj-lt"/>
                      </a:endParaRPr>
                    </a:p>
                  </a:txBody>
                  <a:tcPr marT="91440" marB="91440" anchor="ctr"/>
                </a:tc>
                <a:tc>
                  <a:txBody>
                    <a:bodyPr/>
                    <a:lstStyle/>
                    <a:p>
                      <a:pPr>
                        <a:buNone/>
                      </a:pPr>
                      <a:r>
                        <a:rPr lang="en-US" sz="1600">
                          <a:solidFill>
                            <a:schemeClr val="tx1"/>
                          </a:solidFill>
                          <a:effectLst/>
                        </a:rPr>
                        <a:t>Varchar</a:t>
                      </a:r>
                    </a:p>
                  </a:txBody>
                  <a:tcPr marT="91440" marB="91440" anchor="ctr"/>
                </a:tc>
                <a:tc>
                  <a:txBody>
                    <a:bodyPr/>
                    <a:lstStyle/>
                    <a:p>
                      <a:pPr>
                        <a:buNone/>
                      </a:pPr>
                      <a:r>
                        <a:rPr lang="en-US" sz="1600">
                          <a:solidFill>
                            <a:schemeClr val="tx1"/>
                          </a:solidFill>
                          <a:effectLst/>
                        </a:rPr>
                        <a:t>255</a:t>
                      </a:r>
                    </a:p>
                  </a:txBody>
                  <a:tcPr marT="91440" marB="91440" anchor="ctr"/>
                </a:tc>
                <a:tc>
                  <a:txBody>
                    <a:bodyPr/>
                    <a:lstStyle/>
                    <a:p>
                      <a:pPr>
                        <a:buNone/>
                      </a:pPr>
                      <a:r>
                        <a:rPr lang="en-US" sz="1600">
                          <a:solidFill>
                            <a:schemeClr val="tx1"/>
                          </a:solidFill>
                          <a:effectLst/>
                        </a:rPr>
                        <a:t>Unique</a:t>
                      </a:r>
                    </a:p>
                  </a:txBody>
                  <a:tcPr marT="91440" marB="91440" anchor="ctr"/>
                </a:tc>
                <a:tc>
                  <a:txBody>
                    <a:bodyPr/>
                    <a:lstStyle/>
                    <a:p>
                      <a:pPr>
                        <a:buNone/>
                      </a:pPr>
                      <a:r>
                        <a:rPr lang="en-US" sz="1600">
                          <a:solidFill>
                            <a:schemeClr val="tx1"/>
                          </a:solidFill>
                          <a:effectLst/>
                        </a:rPr>
                        <a:t>Public bill number</a:t>
                      </a:r>
                    </a:p>
                  </a:txBody>
                  <a:tcPr marT="91440" marB="91440" anchor="ctr"/>
                </a:tc>
                <a:extLst>
                  <a:ext uri="{0D108BD9-81ED-4DB2-BD59-A6C34878D82A}">
                    <a16:rowId xmlns:a16="http://schemas.microsoft.com/office/drawing/2014/main" val="2080477458"/>
                  </a:ext>
                </a:extLst>
              </a:tr>
              <a:tr h="419319">
                <a:tc>
                  <a:txBody>
                    <a:bodyPr/>
                    <a:lstStyle/>
                    <a:p>
                      <a:pPr algn="ctr">
                        <a:buNone/>
                      </a:pPr>
                      <a:r>
                        <a:rPr lang="en-US" sz="1600" dirty="0">
                          <a:solidFill>
                            <a:schemeClr val="tx1"/>
                          </a:solidFill>
                          <a:effectLst/>
                        </a:rPr>
                        <a:t>4.</a:t>
                      </a:r>
                    </a:p>
                  </a:txBody>
                  <a:tcPr marT="91440" marB="91440" anchor="ctr"/>
                </a:tc>
                <a:tc>
                  <a:txBody>
                    <a:bodyPr/>
                    <a:lstStyle/>
                    <a:p>
                      <a:pPr>
                        <a:buNone/>
                      </a:pPr>
                      <a:r>
                        <a:rPr lang="en-US" sz="1600" b="1" dirty="0" err="1">
                          <a:solidFill>
                            <a:schemeClr val="tx1"/>
                          </a:solidFill>
                          <a:effectLst/>
                        </a:rPr>
                        <a:t>final_amount</a:t>
                      </a:r>
                      <a:endParaRPr lang="en-US" sz="1600" b="1" dirty="0">
                        <a:solidFill>
                          <a:schemeClr val="tx1"/>
                        </a:solidFill>
                        <a:effectLst/>
                        <a:latin typeface="+mj-lt"/>
                      </a:endParaRPr>
                    </a:p>
                  </a:txBody>
                  <a:tcPr marT="91440" marB="91440" anchor="ctr"/>
                </a:tc>
                <a:tc>
                  <a:txBody>
                    <a:bodyPr/>
                    <a:lstStyle/>
                    <a:p>
                      <a:pPr>
                        <a:buNone/>
                      </a:pPr>
                      <a:r>
                        <a:rPr lang="en-US" sz="1600">
                          <a:solidFill>
                            <a:schemeClr val="tx1"/>
                          </a:solidFill>
                          <a:effectLst/>
                        </a:rPr>
                        <a:t>Decimal</a:t>
                      </a:r>
                    </a:p>
                  </a:txBody>
                  <a:tcPr marT="91440" marB="91440" anchor="ctr"/>
                </a:tc>
                <a:tc>
                  <a:txBody>
                    <a:bodyPr/>
                    <a:lstStyle/>
                    <a:p>
                      <a:pPr>
                        <a:buNone/>
                      </a:pPr>
                      <a:r>
                        <a:rPr lang="en-US" sz="1600">
                          <a:solidFill>
                            <a:schemeClr val="tx1"/>
                          </a:solidFill>
                          <a:effectLst/>
                        </a:rPr>
                        <a:t>10,2</a:t>
                      </a:r>
                    </a:p>
                  </a:txBody>
                  <a:tcPr marT="91440" marB="91440" anchor="ctr"/>
                </a:tc>
                <a:tc>
                  <a:txBody>
                    <a:bodyPr/>
                    <a:lstStyle/>
                    <a:p>
                      <a:pPr>
                        <a:buNone/>
                      </a:pPr>
                      <a:r>
                        <a:rPr lang="en-US" sz="1600">
                          <a:solidFill>
                            <a:schemeClr val="tx1"/>
                          </a:solidFill>
                          <a:effectLst/>
                        </a:rPr>
                        <a:t>Not Null</a:t>
                      </a:r>
                    </a:p>
                  </a:txBody>
                  <a:tcPr marT="91440" marB="91440" anchor="ctr"/>
                </a:tc>
                <a:tc>
                  <a:txBody>
                    <a:bodyPr/>
                    <a:lstStyle/>
                    <a:p>
                      <a:pPr>
                        <a:buNone/>
                      </a:pPr>
                      <a:r>
                        <a:rPr lang="en-US" sz="1600">
                          <a:solidFill>
                            <a:schemeClr val="tx1"/>
                          </a:solidFill>
                          <a:effectLst/>
                        </a:rPr>
                        <a:t>Final payable amount</a:t>
                      </a:r>
                    </a:p>
                  </a:txBody>
                  <a:tcPr marT="91440" marB="91440" anchor="ctr"/>
                </a:tc>
                <a:extLst>
                  <a:ext uri="{0D108BD9-81ED-4DB2-BD59-A6C34878D82A}">
                    <a16:rowId xmlns:a16="http://schemas.microsoft.com/office/drawing/2014/main" val="808685329"/>
                  </a:ext>
                </a:extLst>
              </a:tr>
              <a:tr h="419319">
                <a:tc>
                  <a:txBody>
                    <a:bodyPr/>
                    <a:lstStyle/>
                    <a:p>
                      <a:pPr algn="ctr">
                        <a:buNone/>
                      </a:pPr>
                      <a:r>
                        <a:rPr lang="en-US" sz="1600" dirty="0">
                          <a:solidFill>
                            <a:schemeClr val="tx1"/>
                          </a:solidFill>
                          <a:effectLst/>
                        </a:rPr>
                        <a:t>5.</a:t>
                      </a:r>
                    </a:p>
                  </a:txBody>
                  <a:tcPr marT="91440" marB="91440" anchor="ctr"/>
                </a:tc>
                <a:tc>
                  <a:txBody>
                    <a:bodyPr/>
                    <a:lstStyle/>
                    <a:p>
                      <a:pPr>
                        <a:buNone/>
                      </a:pPr>
                      <a:r>
                        <a:rPr lang="en-US" sz="1600" b="1" dirty="0" err="1">
                          <a:solidFill>
                            <a:schemeClr val="tx1"/>
                          </a:solidFill>
                          <a:effectLst/>
                        </a:rPr>
                        <a:t>payment_method</a:t>
                      </a:r>
                      <a:endParaRPr lang="en-US" sz="1600" b="1" dirty="0">
                        <a:solidFill>
                          <a:schemeClr val="tx1"/>
                        </a:solidFill>
                        <a:effectLst/>
                        <a:latin typeface="+mj-lt"/>
                      </a:endParaRPr>
                    </a:p>
                  </a:txBody>
                  <a:tcPr marT="91440" marB="91440" anchor="ctr"/>
                </a:tc>
                <a:tc>
                  <a:txBody>
                    <a:bodyPr/>
                    <a:lstStyle/>
                    <a:p>
                      <a:pPr>
                        <a:buNone/>
                      </a:pPr>
                      <a:r>
                        <a:rPr lang="en-US" sz="1600">
                          <a:solidFill>
                            <a:schemeClr val="tx1"/>
                          </a:solidFill>
                          <a:effectLst/>
                        </a:rPr>
                        <a:t>Varchar</a:t>
                      </a:r>
                    </a:p>
                  </a:txBody>
                  <a:tcPr marT="91440" marB="91440" anchor="ctr"/>
                </a:tc>
                <a:tc>
                  <a:txBody>
                    <a:bodyPr/>
                    <a:lstStyle/>
                    <a:p>
                      <a:pPr>
                        <a:buNone/>
                      </a:pPr>
                      <a:r>
                        <a:rPr lang="en-US" sz="1600">
                          <a:solidFill>
                            <a:schemeClr val="tx1"/>
                          </a:solidFill>
                          <a:effectLst/>
                        </a:rPr>
                        <a:t>255</a:t>
                      </a:r>
                    </a:p>
                  </a:txBody>
                  <a:tcPr marT="91440" marB="91440" anchor="ctr"/>
                </a:tc>
                <a:tc>
                  <a:txBody>
                    <a:bodyPr/>
                    <a:lstStyle/>
                    <a:p>
                      <a:pPr>
                        <a:buNone/>
                      </a:pPr>
                      <a:r>
                        <a:rPr lang="en-US" sz="1600">
                          <a:solidFill>
                            <a:schemeClr val="tx1"/>
                          </a:solidFill>
                          <a:effectLst/>
                        </a:rPr>
                        <a:t>Not Null</a:t>
                      </a:r>
                    </a:p>
                  </a:txBody>
                  <a:tcPr marT="91440" marB="91440" anchor="ctr"/>
                </a:tc>
                <a:tc>
                  <a:txBody>
                    <a:bodyPr/>
                    <a:lstStyle/>
                    <a:p>
                      <a:pPr>
                        <a:buNone/>
                      </a:pPr>
                      <a:r>
                        <a:rPr lang="en-US" sz="1600" dirty="0">
                          <a:solidFill>
                            <a:schemeClr val="tx1"/>
                          </a:solidFill>
                          <a:effectLst/>
                        </a:rPr>
                        <a:t>Mode of transaction</a:t>
                      </a:r>
                    </a:p>
                  </a:txBody>
                  <a:tcPr marT="91440" marB="91440" anchor="ctr"/>
                </a:tc>
                <a:extLst>
                  <a:ext uri="{0D108BD9-81ED-4DB2-BD59-A6C34878D82A}">
                    <a16:rowId xmlns:a16="http://schemas.microsoft.com/office/drawing/2014/main" val="2367210734"/>
                  </a:ext>
                </a:extLst>
              </a:tr>
            </a:tbl>
          </a:graphicData>
        </a:graphic>
      </p:graphicFrame>
      <p:sp>
        <p:nvSpPr>
          <p:cNvPr id="4" name="TextBox 3">
            <a:extLst>
              <a:ext uri="{FF2B5EF4-FFF2-40B4-BE49-F238E27FC236}">
                <a16:creationId xmlns:a16="http://schemas.microsoft.com/office/drawing/2014/main" id="{81C3CB75-5D70-FA2B-DD8C-EDDC32B71E99}"/>
              </a:ext>
            </a:extLst>
          </p:cNvPr>
          <p:cNvSpPr txBox="1"/>
          <p:nvPr/>
        </p:nvSpPr>
        <p:spPr>
          <a:xfrm>
            <a:off x="863423" y="1469596"/>
            <a:ext cx="5321615" cy="307777"/>
          </a:xfrm>
          <a:prstGeom prst="rect">
            <a:avLst/>
          </a:prstGeom>
          <a:noFill/>
        </p:spPr>
        <p:txBody>
          <a:bodyPr wrap="square" rtlCol="0">
            <a:spAutoFit/>
          </a:bodyPr>
          <a:lstStyle/>
          <a:p>
            <a:pPr algn="ctr"/>
            <a:r>
              <a:rPr lang="en-US" sz="1400" dirty="0"/>
              <a:t>It stores generated invoices for completed orders.</a:t>
            </a:r>
          </a:p>
        </p:txBody>
      </p:sp>
    </p:spTree>
    <p:extLst>
      <p:ext uri="{BB962C8B-B14F-4D97-AF65-F5344CB8AC3E}">
        <p14:creationId xmlns:p14="http://schemas.microsoft.com/office/powerpoint/2010/main" val="2387674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850281"/>
            <a:ext cx="12192000" cy="40077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Placeholder 7"/>
          <p:cNvPicPr>
            <a:picLocks noGrp="1" noChangeAspect="1"/>
          </p:cNvPicPr>
          <p:nvPr>
            <p:ph type="pic" sz="quarter" idx="16"/>
          </p:nvPr>
        </p:nvPicPr>
        <p:blipFill>
          <a:blip r:embed="rId2" cstate="screen">
            <a:extLst>
              <a:ext uri="{28A0092B-C50C-407E-A947-70E740481C1C}">
                <a14:useLocalDpi xmlns:a14="http://schemas.microsoft.com/office/drawing/2010/main"/>
              </a:ext>
            </a:extLst>
          </a:blip>
          <a:srcRect t="14786" b="14786"/>
          <a:stretch>
            <a:fillRect/>
          </a:stretch>
        </p:blipFill>
        <p:spPr/>
      </p:pic>
      <p:sp>
        <p:nvSpPr>
          <p:cNvPr id="4" name="TextBox 3">
            <a:extLst>
              <a:ext uri="{FF2B5EF4-FFF2-40B4-BE49-F238E27FC236}">
                <a16:creationId xmlns:a16="http://schemas.microsoft.com/office/drawing/2014/main" id="{8BC7544E-AAA5-4385-9D69-23170A25F14D}"/>
              </a:ext>
            </a:extLst>
          </p:cNvPr>
          <p:cNvSpPr txBox="1"/>
          <p:nvPr/>
        </p:nvSpPr>
        <p:spPr>
          <a:xfrm>
            <a:off x="3247045" y="5166460"/>
            <a:ext cx="5697910" cy="1015663"/>
          </a:xfrm>
          <a:prstGeom prst="rect">
            <a:avLst/>
          </a:prstGeom>
          <a:noFill/>
        </p:spPr>
        <p:txBody>
          <a:bodyPr wrap="square" rtlCol="0">
            <a:spAutoFit/>
          </a:bodyPr>
          <a:lstStyle/>
          <a:p>
            <a:pPr algn="ctr"/>
            <a:r>
              <a:rPr lang="en-US" sz="6000" b="1">
                <a:solidFill>
                  <a:schemeClr val="bg1"/>
                </a:solidFill>
                <a:latin typeface="+mj-lt"/>
                <a:cs typeface="Poppins SemiBold" panose="00000700000000000000" pitchFamily="2" charset="0"/>
              </a:rPr>
              <a:t>Thank You!</a:t>
            </a:r>
            <a:endParaRPr lang="en-US" sz="6000" b="1" dirty="0">
              <a:solidFill>
                <a:schemeClr val="bg1"/>
              </a:solidFill>
              <a:latin typeface="+mj-lt"/>
              <a:cs typeface="Poppins SemiBold" panose="00000700000000000000" pitchFamily="2" charset="0"/>
            </a:endParaRPr>
          </a:p>
        </p:txBody>
      </p:sp>
      <p:grpSp>
        <p:nvGrpSpPr>
          <p:cNvPr id="5" name="Group 4"/>
          <p:cNvGrpSpPr/>
          <p:nvPr/>
        </p:nvGrpSpPr>
        <p:grpSpPr>
          <a:xfrm>
            <a:off x="9623123" y="1302267"/>
            <a:ext cx="342059" cy="100568"/>
            <a:chOff x="7286171" y="1778516"/>
            <a:chExt cx="342059" cy="100568"/>
          </a:xfrm>
        </p:grpSpPr>
        <p:cxnSp>
          <p:nvCxnSpPr>
            <p:cNvPr id="6" name="Straight Connector 5"/>
            <p:cNvCxnSpPr/>
            <p:nvPr/>
          </p:nvCxnSpPr>
          <p:spPr>
            <a:xfrm>
              <a:off x="7286171" y="1828800"/>
              <a:ext cx="276527" cy="0"/>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 name="Isosceles Triangle 6"/>
            <p:cNvSpPr/>
            <p:nvPr/>
          </p:nvSpPr>
          <p:spPr>
            <a:xfrm rot="5400000">
              <a:off x="7545180" y="1796034"/>
              <a:ext cx="100568" cy="65532"/>
            </a:xfrm>
            <a:prstGeom prst="triangl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1900132"/>
      </p:ext>
    </p:extLst>
  </p:cSld>
  <p:clrMapOvr>
    <a:masterClrMapping/>
  </p:clrMapOvr>
</p:sld>
</file>

<file path=ppt/theme/theme1.xml><?xml version="1.0" encoding="utf-8"?>
<a:theme xmlns:a="http://schemas.openxmlformats.org/drawingml/2006/main" name="Office Theme">
  <a:themeElements>
    <a:clrScheme name="Custom 71">
      <a:dk1>
        <a:sysClr val="windowText" lastClr="000000"/>
      </a:dk1>
      <a:lt1>
        <a:sysClr val="window" lastClr="FFFFFF"/>
      </a:lt1>
      <a:dk2>
        <a:srgbClr val="44546A"/>
      </a:dk2>
      <a:lt2>
        <a:srgbClr val="E7E6E6"/>
      </a:lt2>
      <a:accent1>
        <a:srgbClr val="A2792E"/>
      </a:accent1>
      <a:accent2>
        <a:srgbClr val="FFFFFF"/>
      </a:accent2>
      <a:accent3>
        <a:srgbClr val="FFFFFF"/>
      </a:accent3>
      <a:accent4>
        <a:srgbClr val="FFFFFF"/>
      </a:accent4>
      <a:accent5>
        <a:srgbClr val="FFFFFF"/>
      </a:accent5>
      <a:accent6>
        <a:srgbClr val="FFFFFF"/>
      </a:accent6>
      <a:hlink>
        <a:srgbClr val="A2792E"/>
      </a:hlink>
      <a:folHlink>
        <a:srgbClr val="000000"/>
      </a:folHlink>
    </a:clrScheme>
    <a:fontScheme name="Custom 90">
      <a:majorFont>
        <a:latin typeface="Poppi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Theme3</Template>
  <TotalTime>1595</TotalTime>
  <Words>1196</Words>
  <Application>Microsoft Office PowerPoint</Application>
  <PresentationFormat>Widescreen</PresentationFormat>
  <Paragraphs>361</Paragraphs>
  <Slides>22</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Cambria</vt:lpstr>
      <vt:lpstr>Open Sans</vt:lpstr>
      <vt:lpstr>Poppins</vt:lpstr>
      <vt:lpstr>Roboto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Yash Patel</cp:lastModifiedBy>
  <cp:revision>106</cp:revision>
  <dcterms:created xsi:type="dcterms:W3CDTF">2021-02-04T05:26:34Z</dcterms:created>
  <dcterms:modified xsi:type="dcterms:W3CDTF">2026-09-04T08:15:31Z</dcterms:modified>
</cp:coreProperties>
</file>