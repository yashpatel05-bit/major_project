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844817-EA02-4BD2-9678-9726BD958F17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C1145-9E20-4D9A-8FDF-32820385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0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F919C6F6-5F68-4E1A-B39C-A090F8BC8AB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F4854A16-A21A-4C56-AD90-46E75AA1E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374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9C6F6-5F68-4E1A-B39C-A090F8BC8AB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54A16-A21A-4C56-AD90-46E75AA1E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916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919C6F6-5F68-4E1A-B39C-A090F8BC8AB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F4854A16-A21A-4C56-AD90-46E75AA1E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7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F919C6F6-5F68-4E1A-B39C-A090F8BC8AB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54A16-A21A-4C56-AD90-46E75AA1E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412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F919C6F6-5F68-4E1A-B39C-A090F8BC8AB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F4854A16-A21A-4C56-AD90-46E75AA1E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683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9C6F6-5F68-4E1A-B39C-A090F8BC8AB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54A16-A21A-4C56-AD90-46E75AA1E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010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F919C6F6-5F68-4E1A-B39C-A090F8BC8AB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F4854A16-A21A-4C56-AD90-46E75AA1E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45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9C6F6-5F68-4E1A-B39C-A090F8BC8AB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54A16-A21A-4C56-AD90-46E75AA1E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49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9C6F6-5F68-4E1A-B39C-A090F8BC8AB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54A16-A21A-4C56-AD90-46E75AA1E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98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F919C6F6-5F68-4E1A-B39C-A090F8BC8AB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F4854A16-A21A-4C56-AD90-46E75AA1E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21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F919C6F6-5F68-4E1A-B39C-A090F8BC8AB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F4854A16-A21A-4C56-AD90-46E75AA1E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996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F919C6F6-5F68-4E1A-B39C-A090F8BC8AB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F4854A16-A21A-4C56-AD90-46E75AA1E52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59742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F919C6F6-5F68-4E1A-B39C-A090F8BC8AB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4854A16-A21A-4C56-AD90-46E75AA1E52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96432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F919C6F6-5F68-4E1A-B39C-A090F8BC8AB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F4854A16-A21A-4C56-AD90-46E75AA1E52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34761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919C6F6-5F68-4E1A-B39C-A090F8BC8AB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F4854A16-A21A-4C56-AD90-46E75AA1E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7771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9C6F6-5F68-4E1A-B39C-A090F8BC8AB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54A16-A21A-4C56-AD90-46E75AA1E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541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F919C6F6-5F68-4E1A-B39C-A090F8BC8AB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F4854A16-A21A-4C56-AD90-46E75AA1E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05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9C6F6-5F68-4E1A-B39C-A090F8BC8AB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54A16-A21A-4C56-AD90-46E75AA1E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8044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919C6F6-5F68-4E1A-B39C-A090F8BC8AB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854A16-A21A-4C56-AD90-46E75AA1E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149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9C6F6-5F68-4E1A-B39C-A090F8BC8AB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54A16-A21A-4C56-AD90-46E75AA1E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311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9C6F6-5F68-4E1A-B39C-A090F8BC8AB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54A16-A21A-4C56-AD90-46E75AA1E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474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9C6F6-5F68-4E1A-B39C-A090F8BC8AB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54A16-A21A-4C56-AD90-46E75AA1E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4574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9C6F6-5F68-4E1A-B39C-A090F8BC8AB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54A16-A21A-4C56-AD90-46E75AA1E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9930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9C6F6-5F68-4E1A-B39C-A090F8BC8AB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54A16-A21A-4C56-AD90-46E75AA1E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5471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9C6F6-5F68-4E1A-B39C-A090F8BC8AB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54A16-A21A-4C56-AD90-46E75AA1E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5849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9C6F6-5F68-4E1A-B39C-A090F8BC8AB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54A16-A21A-4C56-AD90-46E75AA1E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1280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9C6F6-5F68-4E1A-B39C-A090F8BC8AB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54A16-A21A-4C56-AD90-46E75AA1E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221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919C6F6-5F68-4E1A-B39C-A090F8BC8AB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4854A16-A21A-4C56-AD90-46E75AA1E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53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  <p:sldLayoutId id="2147483736" r:id="rId18"/>
    <p:sldLayoutId id="2147483737" r:id="rId19"/>
    <p:sldLayoutId id="2147483738" r:id="rId20"/>
    <p:sldLayoutId id="2147483739" r:id="rId21"/>
    <p:sldLayoutId id="2147483740" r:id="rId22"/>
    <p:sldLayoutId id="2147483741" r:id="rId23"/>
    <p:sldLayoutId id="2147483742" r:id="rId24"/>
    <p:sldLayoutId id="2147483743" r:id="rId25"/>
    <p:sldLayoutId id="2147483744" r:id="rId26"/>
    <p:sldLayoutId id="2147483745" r:id="rId27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190500"/>
            <a:ext cx="27432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61450" y="228600"/>
            <a:ext cx="13843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"/>
          <p:cNvSpPr txBox="1"/>
          <p:nvPr/>
        </p:nvSpPr>
        <p:spPr>
          <a:xfrm>
            <a:off x="2940051" y="9525"/>
            <a:ext cx="7285037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Sarvajanik Education Society</a:t>
            </a:r>
            <a:b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-US" sz="1200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400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arvajanik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College of Engineering and Technology, Surat.</a:t>
            </a:r>
            <a:b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Applications </a:t>
            </a:r>
            <a:br>
              <a:rPr lang="en-US" sz="1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Academic Year: 2026– 27</a:t>
            </a:r>
            <a:endParaRPr dirty="0"/>
          </a:p>
        </p:txBody>
      </p:sp>
      <p:sp>
        <p:nvSpPr>
          <p:cNvPr id="294" name="Google Shape;294;p1"/>
          <p:cNvSpPr txBox="1"/>
          <p:nvPr/>
        </p:nvSpPr>
        <p:spPr>
          <a:xfrm>
            <a:off x="2895600" y="2057400"/>
            <a:ext cx="6858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Project On</a:t>
            </a: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“&lt;Project Title&gt;”</a:t>
            </a:r>
            <a:endParaRPr dirty="0"/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&lt;name of Students&gt;(&lt;enrollment no.&gt;)</a:t>
            </a:r>
            <a:endParaRPr dirty="0"/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262626"/>
              </a:buClr>
              <a:buSzPts val="1800"/>
            </a:pPr>
            <a:r>
              <a:rPr lang="en-US" b="1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M.C.A. II Sem. 3</a:t>
            </a:r>
            <a:endParaRPr dirty="0"/>
          </a:p>
          <a:p>
            <a:pPr algn="ctr">
              <a:buClr>
                <a:schemeClr val="dk1"/>
              </a:buClr>
              <a:buSzPts val="1800"/>
            </a:pPr>
            <a:endParaRPr b="1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 the Guidance of</a:t>
            </a: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Prof. &lt;guide name&gt;</a:t>
            </a: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1C078F-E26B-ED70-CB46-5A78D3760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6020BC-B675-473D-6BF5-9311BC39D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200"/>
              </a:spcBef>
              <a:buClr>
                <a:srgbClr val="202020"/>
              </a:buClr>
              <a:buSzPts val="2400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 and its Objectives</a:t>
            </a:r>
          </a:p>
          <a:p>
            <a:pPr algn="just">
              <a:spcBef>
                <a:spcPts val="200"/>
              </a:spcBef>
              <a:buClr>
                <a:srgbClr val="202020"/>
              </a:buClr>
              <a:buSzPts val="2400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Components </a:t>
            </a:r>
          </a:p>
          <a:p>
            <a:pPr algn="just">
              <a:spcBef>
                <a:spcPts val="200"/>
              </a:spcBef>
              <a:buClr>
                <a:srgbClr val="202020"/>
              </a:buClr>
              <a:buSzPts val="2400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and Maximum Software/Hardware requirements</a:t>
            </a:r>
          </a:p>
          <a:p>
            <a:pPr algn="just">
              <a:spcBef>
                <a:spcPts val="200"/>
              </a:spcBef>
              <a:buClr>
                <a:srgbClr val="202020"/>
              </a:buClr>
              <a:buSzPts val="2400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and Limitations of the Proposed System</a:t>
            </a:r>
          </a:p>
          <a:p>
            <a:pPr algn="just">
              <a:spcBef>
                <a:spcPts val="200"/>
              </a:spcBef>
              <a:buClr>
                <a:srgbClr val="202020"/>
              </a:buClr>
              <a:buSzPts val="2400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 Determination</a:t>
            </a:r>
          </a:p>
          <a:p>
            <a:pPr algn="just">
              <a:spcBef>
                <a:spcPts val="200"/>
              </a:spcBef>
              <a:buClr>
                <a:srgbClr val="202020"/>
              </a:buClr>
              <a:buSzPts val="2400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Targeted Users</a:t>
            </a:r>
          </a:p>
          <a:p>
            <a:pPr algn="just">
              <a:spcBef>
                <a:spcPts val="200"/>
              </a:spcBef>
              <a:buClr>
                <a:srgbClr val="202020"/>
              </a:buClr>
              <a:buSzPts val="2400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</a:t>
            </a:r>
          </a:p>
          <a:p>
            <a:pPr lvl="2" algn="just">
              <a:spcBef>
                <a:spcPts val="300"/>
              </a:spcBef>
              <a:buClr>
                <a:srgbClr val="202020"/>
              </a:buClr>
              <a:buSzPts val="2400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 Diagram</a:t>
            </a:r>
          </a:p>
          <a:p>
            <a:pPr lvl="2" algn="just">
              <a:spcBef>
                <a:spcPts val="300"/>
              </a:spcBef>
              <a:buClr>
                <a:srgbClr val="202020"/>
              </a:buClr>
              <a:buSzPts val="2400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Diagram</a:t>
            </a:r>
          </a:p>
          <a:p>
            <a:pPr lvl="2" algn="just">
              <a:spcBef>
                <a:spcPts val="300"/>
              </a:spcBef>
              <a:buClr>
                <a:srgbClr val="202020"/>
              </a:buClr>
              <a:buSzPts val="2400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Interaction Diagram</a:t>
            </a:r>
          </a:p>
          <a:p>
            <a:pPr lvl="2" algn="just">
              <a:spcBef>
                <a:spcPts val="300"/>
              </a:spcBef>
              <a:buClr>
                <a:srgbClr val="202020"/>
              </a:buClr>
              <a:buSzPts val="2400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 Diagram</a:t>
            </a:r>
          </a:p>
          <a:p>
            <a:pPr lvl="2" algn="just">
              <a:spcBef>
                <a:spcPts val="300"/>
              </a:spcBef>
              <a:buClr>
                <a:srgbClr val="202020"/>
              </a:buClr>
              <a:buSzPts val="2400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Dictionary</a:t>
            </a:r>
          </a:p>
        </p:txBody>
      </p:sp>
    </p:spTree>
    <p:extLst>
      <p:ext uri="{BB962C8B-B14F-4D97-AF65-F5344CB8AC3E}">
        <p14:creationId xmlns:p14="http://schemas.microsoft.com/office/powerpoint/2010/main" val="3138415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00E55-E992-6E37-6F54-9056FC00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 and its Objectives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834A0-1691-3822-E884-918146F9F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24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BDC4D-904C-CDF8-B7DB-BECD9FA9A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Components 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32A53-E579-EC33-C80D-B353CB5F8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95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2089E-525C-741A-2D41-74CC5F797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and Maximum Software/Hardware requirements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005E4-402B-D9F0-A3DB-51EADBFD2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36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0E2D2-217C-7AEB-D10C-8851324A9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and Limitations of the Proposed System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8655F-BEDA-D0E1-9B4E-AADBB468B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096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F02D5-D20B-0941-9765-4F0A54CB9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 Determination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E2732-7252-A3F1-D634-750FB23B0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604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6DB8F-AD91-83B3-8CEF-6D407DD1B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Targeted Users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9BA6-FAD9-E150-1BF6-D582E2C26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926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02724-AC6E-D000-B909-F707A33C0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E30-3B01-A442-C0F8-152E9B3FA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446686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7</TotalTime>
  <Words>129</Words>
  <Application>Microsoft Office PowerPoint</Application>
  <PresentationFormat>Widescreen</PresentationFormat>
  <Paragraphs>39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Neue Haas Grotesk Text Pro</vt:lpstr>
      <vt:lpstr>Times New Roman</vt:lpstr>
      <vt:lpstr>Helena</vt:lpstr>
      <vt:lpstr>PowerPoint Presentation</vt:lpstr>
      <vt:lpstr>AGENDA</vt:lpstr>
      <vt:lpstr>Proposed system and its Objectives</vt:lpstr>
      <vt:lpstr>Core Components </vt:lpstr>
      <vt:lpstr>Minimum and Maximum Software/Hardware requirements</vt:lpstr>
      <vt:lpstr>Advantages and Limitations of the Proposed System</vt:lpstr>
      <vt:lpstr>Requirement Determination</vt:lpstr>
      <vt:lpstr>Targeted Users</vt:lpstr>
      <vt:lpstr>System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Veer Pachchigar</dc:creator>
  <cp:lastModifiedBy>Veer Pachchigar</cp:lastModifiedBy>
  <cp:revision>1</cp:revision>
  <dcterms:created xsi:type="dcterms:W3CDTF">2026-08-21T09:08:21Z</dcterms:created>
  <dcterms:modified xsi:type="dcterms:W3CDTF">2026-08-21T09:23:39Z</dcterms:modified>
</cp:coreProperties>
</file>